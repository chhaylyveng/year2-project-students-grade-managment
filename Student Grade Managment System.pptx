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9" r:id="rId8"/>
    <p:sldId id="270" r:id="rId9"/>
    <p:sldId id="271" r:id="rId10"/>
    <p:sldId id="264" r:id="rId11"/>
    <p:sldId id="265" r:id="rId12"/>
    <p:sldId id="266" r:id="rId13"/>
    <p:sldId id="272" r:id="rId14"/>
    <p:sldId id="273" r:id="rId15"/>
    <p:sldId id="267" r:id="rId16"/>
    <p:sldId id="268" r:id="rId17"/>
  </p:sldIdLst>
  <p:sldSz cx="18288000" cy="10287000"/>
  <p:notesSz cx="6858000" cy="9144000"/>
  <p:embeddedFontLst>
    <p:embeddedFont>
      <p:font typeface="Fira Sans Heavy" panose="020B0604020202020204" charset="0"/>
      <p:regular r:id="rId18"/>
    </p:embeddedFont>
    <p:embeddedFont>
      <p:font typeface="Poppins" panose="00000500000000000000" pitchFamily="2" charset="0"/>
      <p:regular r:id="rId19"/>
      <p:bold r:id="rId20"/>
      <p:italic r:id="rId21"/>
      <p:boldItalic r:id="rId22"/>
    </p:embeddedFont>
    <p:embeddedFont>
      <p:font typeface="Poppins Heavy"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81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4.png"/><Relationship Id="rId12" Type="http://schemas.openxmlformats.org/officeDocument/2006/relationships/image" Target="../media/image14.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3.svg"/><Relationship Id="rId11" Type="http://schemas.openxmlformats.org/officeDocument/2006/relationships/image" Target="../media/image13.png"/><Relationship Id="rId5" Type="http://schemas.openxmlformats.org/officeDocument/2006/relationships/image" Target="../media/image2.png"/><Relationship Id="rId10" Type="http://schemas.openxmlformats.org/officeDocument/2006/relationships/image" Target="../media/image9.svg"/><Relationship Id="rId4" Type="http://schemas.openxmlformats.org/officeDocument/2006/relationships/image" Target="../media/image7.svg"/><Relationship Id="rId9" Type="http://schemas.openxmlformats.org/officeDocument/2006/relationships/image" Target="../media/image8.png"/><Relationship Id="rId14" Type="http://schemas.openxmlformats.org/officeDocument/2006/relationships/image" Target="../media/image16.jpeg"/></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20.png"/><Relationship Id="rId3" Type="http://schemas.openxmlformats.org/officeDocument/2006/relationships/image" Target="../media/image6.png"/><Relationship Id="rId7" Type="http://schemas.openxmlformats.org/officeDocument/2006/relationships/image" Target="../media/image4.png"/><Relationship Id="rId12" Type="http://schemas.openxmlformats.org/officeDocument/2006/relationships/image" Target="../media/image19.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3.svg"/><Relationship Id="rId11" Type="http://schemas.openxmlformats.org/officeDocument/2006/relationships/image" Target="../media/image18.png"/><Relationship Id="rId5" Type="http://schemas.openxmlformats.org/officeDocument/2006/relationships/image" Target="../media/image2.png"/><Relationship Id="rId10" Type="http://schemas.openxmlformats.org/officeDocument/2006/relationships/image" Target="../media/image9.svg"/><Relationship Id="rId4" Type="http://schemas.openxmlformats.org/officeDocument/2006/relationships/image" Target="../media/image7.sv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22.png"/><Relationship Id="rId4" Type="http://schemas.openxmlformats.org/officeDocument/2006/relationships/image" Target="../media/image3.sv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3.png"/><Relationship Id="rId12" Type="http://schemas.openxmlformats.org/officeDocument/2006/relationships/image" Target="../media/image27.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7.svg"/><Relationship Id="rId11" Type="http://schemas.openxmlformats.org/officeDocument/2006/relationships/image" Target="../media/image21.png"/><Relationship Id="rId5" Type="http://schemas.openxmlformats.org/officeDocument/2006/relationships/image" Target="../media/image6.png"/><Relationship Id="rId10" Type="http://schemas.openxmlformats.org/officeDocument/2006/relationships/image" Target="../media/image26.png"/><Relationship Id="rId4" Type="http://schemas.openxmlformats.org/officeDocument/2006/relationships/image" Target="../media/image3.sv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2.jpe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3.png"/><Relationship Id="rId10" Type="http://schemas.openxmlformats.org/officeDocument/2006/relationships/image" Target="../media/image36.png"/><Relationship Id="rId4" Type="http://schemas.openxmlformats.org/officeDocument/2006/relationships/image" Target="../media/image3.sv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39.png"/><Relationship Id="rId5" Type="http://schemas.openxmlformats.org/officeDocument/2006/relationships/image" Target="../media/image23.png"/><Relationship Id="rId10" Type="http://schemas.openxmlformats.org/officeDocument/2006/relationships/image" Target="../media/image38.png"/><Relationship Id="rId4" Type="http://schemas.openxmlformats.org/officeDocument/2006/relationships/image" Target="../media/image3.svg"/><Relationship Id="rId9"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43.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42.png"/><Relationship Id="rId5" Type="http://schemas.openxmlformats.org/officeDocument/2006/relationships/image" Target="../media/image23.png"/><Relationship Id="rId10" Type="http://schemas.openxmlformats.org/officeDocument/2006/relationships/image" Target="../media/image41.png"/><Relationship Id="rId4" Type="http://schemas.openxmlformats.org/officeDocument/2006/relationships/image" Target="../media/image3.svg"/><Relationship Id="rId9"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47.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46.png"/><Relationship Id="rId5" Type="http://schemas.openxmlformats.org/officeDocument/2006/relationships/image" Target="../media/image23.png"/><Relationship Id="rId10" Type="http://schemas.openxmlformats.org/officeDocument/2006/relationships/image" Target="../media/image45.png"/><Relationship Id="rId4" Type="http://schemas.openxmlformats.org/officeDocument/2006/relationships/image" Target="../media/image3.svg"/><Relationship Id="rId9" Type="http://schemas.openxmlformats.org/officeDocument/2006/relationships/image" Target="../media/image44.png"/></Relationships>
</file>

<file path=ppt/slides/_rels/slide14.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3.png"/><Relationship Id="rId10" Type="http://schemas.openxmlformats.org/officeDocument/2006/relationships/image" Target="../media/image49.png"/><Relationship Id="rId4" Type="http://schemas.openxmlformats.org/officeDocument/2006/relationships/image" Target="../media/image3.svg"/><Relationship Id="rId9" Type="http://schemas.openxmlformats.org/officeDocument/2006/relationships/image" Target="../media/image48.png"/></Relationships>
</file>

<file path=ppt/slides/_rels/slide1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51.png"/><Relationship Id="rId4" Type="http://schemas.openxmlformats.org/officeDocument/2006/relationships/image" Target="../media/image3.svg"/><Relationship Id="rId9" Type="http://schemas.openxmlformats.org/officeDocument/2006/relationships/image" Target="../media/image50.png"/></Relationships>
</file>

<file path=ppt/slides/_rels/slide1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3175321">
            <a:off x="-1272731" y="516033"/>
            <a:ext cx="5189120" cy="2594560"/>
          </a:xfrm>
          <a:custGeom>
            <a:avLst/>
            <a:gdLst/>
            <a:ahLst/>
            <a:cxnLst/>
            <a:rect l="l" t="t" r="r" b="b"/>
            <a:pathLst>
              <a:path w="5189120" h="2594560">
                <a:moveTo>
                  <a:pt x="0" y="0"/>
                </a:moveTo>
                <a:lnTo>
                  <a:pt x="5189120" y="0"/>
                </a:lnTo>
                <a:lnTo>
                  <a:pt x="5189120" y="2594561"/>
                </a:lnTo>
                <a:lnTo>
                  <a:pt x="0" y="25945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4492722" y="6373736"/>
            <a:ext cx="5196430" cy="5196430"/>
          </a:xfrm>
          <a:custGeom>
            <a:avLst/>
            <a:gdLst/>
            <a:ahLst/>
            <a:cxnLst/>
            <a:rect l="l" t="t" r="r" b="b"/>
            <a:pathLst>
              <a:path w="5196430" h="5196430">
                <a:moveTo>
                  <a:pt x="0" y="0"/>
                </a:moveTo>
                <a:lnTo>
                  <a:pt x="5196430" y="0"/>
                </a:lnTo>
                <a:lnTo>
                  <a:pt x="5196430" y="5196430"/>
                </a:lnTo>
                <a:lnTo>
                  <a:pt x="0" y="51964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746547" y="6211638"/>
            <a:ext cx="2557442" cy="4019556"/>
          </a:xfrm>
          <a:custGeom>
            <a:avLst/>
            <a:gdLst/>
            <a:ahLst/>
            <a:cxnLst/>
            <a:rect l="l" t="t" r="r" b="b"/>
            <a:pathLst>
              <a:path w="2557442" h="4019556">
                <a:moveTo>
                  <a:pt x="0" y="0"/>
                </a:moveTo>
                <a:lnTo>
                  <a:pt x="2557442" y="0"/>
                </a:lnTo>
                <a:lnTo>
                  <a:pt x="2557442" y="4019556"/>
                </a:lnTo>
                <a:lnTo>
                  <a:pt x="0" y="401955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5400000">
            <a:off x="15588948" y="339438"/>
            <a:ext cx="1283303" cy="2057400"/>
          </a:xfrm>
          <a:custGeom>
            <a:avLst/>
            <a:gdLst/>
            <a:ahLst/>
            <a:cxnLst/>
            <a:rect l="l" t="t" r="r" b="b"/>
            <a:pathLst>
              <a:path w="1283303" h="2057400">
                <a:moveTo>
                  <a:pt x="0" y="0"/>
                </a:moveTo>
                <a:lnTo>
                  <a:pt x="1283304" y="0"/>
                </a:lnTo>
                <a:lnTo>
                  <a:pt x="1283304"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14235305" y="5414650"/>
            <a:ext cx="3578421" cy="4324376"/>
          </a:xfrm>
          <a:custGeom>
            <a:avLst/>
            <a:gdLst/>
            <a:ahLst/>
            <a:cxnLst/>
            <a:rect l="l" t="t" r="r" b="b"/>
            <a:pathLst>
              <a:path w="3578421" h="4324376">
                <a:moveTo>
                  <a:pt x="0" y="0"/>
                </a:moveTo>
                <a:lnTo>
                  <a:pt x="3578421" y="0"/>
                </a:lnTo>
                <a:lnTo>
                  <a:pt x="3578421" y="4324376"/>
                </a:lnTo>
                <a:lnTo>
                  <a:pt x="0" y="4324376"/>
                </a:lnTo>
                <a:lnTo>
                  <a:pt x="0" y="0"/>
                </a:lnTo>
                <a:close/>
              </a:path>
            </a:pathLst>
          </a:custGeom>
          <a:blipFill>
            <a:blip r:embed="rId11"/>
            <a:stretch>
              <a:fillRect/>
            </a:stretch>
          </a:blipFill>
        </p:spPr>
      </p:sp>
      <p:sp>
        <p:nvSpPr>
          <p:cNvPr id="8" name="Freeform 8"/>
          <p:cNvSpPr/>
          <p:nvPr/>
        </p:nvSpPr>
        <p:spPr>
          <a:xfrm rot="-601543" flipH="1">
            <a:off x="1188333" y="1252192"/>
            <a:ext cx="3956349" cy="2180938"/>
          </a:xfrm>
          <a:custGeom>
            <a:avLst/>
            <a:gdLst/>
            <a:ahLst/>
            <a:cxnLst/>
            <a:rect l="l" t="t" r="r" b="b"/>
            <a:pathLst>
              <a:path w="3956349" h="2180938">
                <a:moveTo>
                  <a:pt x="3956349" y="0"/>
                </a:moveTo>
                <a:lnTo>
                  <a:pt x="0" y="0"/>
                </a:lnTo>
                <a:lnTo>
                  <a:pt x="0" y="2180937"/>
                </a:lnTo>
                <a:lnTo>
                  <a:pt x="3956349" y="2180937"/>
                </a:lnTo>
                <a:lnTo>
                  <a:pt x="3956349" y="0"/>
                </a:lnTo>
                <a:close/>
              </a:path>
            </a:pathLst>
          </a:custGeom>
          <a:blipFill>
            <a:blip r:embed="rId12"/>
            <a:stretch>
              <a:fillRect/>
            </a:stretch>
          </a:blipFill>
        </p:spPr>
      </p:sp>
      <p:grpSp>
        <p:nvGrpSpPr>
          <p:cNvPr id="9" name="Group 9"/>
          <p:cNvGrpSpPr/>
          <p:nvPr/>
        </p:nvGrpSpPr>
        <p:grpSpPr>
          <a:xfrm>
            <a:off x="4505349" y="7414740"/>
            <a:ext cx="9277301" cy="954613"/>
            <a:chOff x="0" y="0"/>
            <a:chExt cx="2443404" cy="251421"/>
          </a:xfrm>
        </p:grpSpPr>
        <p:sp>
          <p:nvSpPr>
            <p:cNvPr id="10" name="Freeform 10"/>
            <p:cNvSpPr/>
            <p:nvPr/>
          </p:nvSpPr>
          <p:spPr>
            <a:xfrm>
              <a:off x="0" y="0"/>
              <a:ext cx="2443404" cy="251421"/>
            </a:xfrm>
            <a:custGeom>
              <a:avLst/>
              <a:gdLst/>
              <a:ahLst/>
              <a:cxnLst/>
              <a:rect l="l" t="t" r="r" b="b"/>
              <a:pathLst>
                <a:path w="2443404" h="251421">
                  <a:moveTo>
                    <a:pt x="0" y="0"/>
                  </a:moveTo>
                  <a:lnTo>
                    <a:pt x="2443404" y="0"/>
                  </a:lnTo>
                  <a:lnTo>
                    <a:pt x="2443404" y="251421"/>
                  </a:lnTo>
                  <a:lnTo>
                    <a:pt x="0" y="251421"/>
                  </a:lnTo>
                  <a:close/>
                </a:path>
              </a:pathLst>
            </a:custGeom>
            <a:solidFill>
              <a:srgbClr val="000000">
                <a:alpha val="0"/>
              </a:srgbClr>
            </a:solidFill>
            <a:ln w="19050" cap="sq">
              <a:solidFill>
                <a:srgbClr val="2B5796"/>
              </a:solidFill>
              <a:prstDash val="solid"/>
              <a:miter/>
            </a:ln>
          </p:spPr>
        </p:sp>
        <p:sp>
          <p:nvSpPr>
            <p:cNvPr id="11" name="TextBox 11"/>
            <p:cNvSpPr txBox="1"/>
            <p:nvPr/>
          </p:nvSpPr>
          <p:spPr>
            <a:xfrm>
              <a:off x="0" y="28575"/>
              <a:ext cx="2443404" cy="222846"/>
            </a:xfrm>
            <a:prstGeom prst="rect">
              <a:avLst/>
            </a:prstGeom>
          </p:spPr>
          <p:txBody>
            <a:bodyPr lIns="50800" tIns="50800" rIns="50800" bIns="50800" rtlCol="0" anchor="ctr"/>
            <a:lstStyle/>
            <a:p>
              <a:pPr algn="ctr">
                <a:lnSpc>
                  <a:spcPts val="2482"/>
                </a:lnSpc>
              </a:pPr>
              <a:endParaRPr/>
            </a:p>
          </p:txBody>
        </p:sp>
      </p:grpSp>
      <p:sp>
        <p:nvSpPr>
          <p:cNvPr id="12" name="TextBox 12"/>
          <p:cNvSpPr txBox="1"/>
          <p:nvPr/>
        </p:nvSpPr>
        <p:spPr>
          <a:xfrm>
            <a:off x="3400021" y="2768698"/>
            <a:ext cx="11487959" cy="2815015"/>
          </a:xfrm>
          <a:prstGeom prst="rect">
            <a:avLst/>
          </a:prstGeom>
        </p:spPr>
        <p:txBody>
          <a:bodyPr lIns="0" tIns="0" rIns="0" bIns="0" rtlCol="0" anchor="t">
            <a:spAutoFit/>
          </a:bodyPr>
          <a:lstStyle/>
          <a:p>
            <a:pPr algn="ctr">
              <a:lnSpc>
                <a:spcPts val="11244"/>
              </a:lnSpc>
            </a:pPr>
            <a:r>
              <a:rPr lang="en-US" sz="8716" b="1">
                <a:solidFill>
                  <a:srgbClr val="2B5796"/>
                </a:solidFill>
                <a:latin typeface="Fira Sans Heavy"/>
                <a:ea typeface="Fira Sans Heavy"/>
                <a:cs typeface="Fira Sans Heavy"/>
                <a:sym typeface="Fira Sans Heavy"/>
              </a:rPr>
              <a:t>STUDENT GRADE MANAGEMENT SYSTEM</a:t>
            </a:r>
          </a:p>
        </p:txBody>
      </p:sp>
      <p:sp>
        <p:nvSpPr>
          <p:cNvPr id="13" name="TextBox 13"/>
          <p:cNvSpPr txBox="1"/>
          <p:nvPr/>
        </p:nvSpPr>
        <p:spPr>
          <a:xfrm>
            <a:off x="5533904" y="7731925"/>
            <a:ext cx="7220192" cy="348817"/>
          </a:xfrm>
          <a:prstGeom prst="rect">
            <a:avLst/>
          </a:prstGeom>
        </p:spPr>
        <p:txBody>
          <a:bodyPr lIns="0" tIns="0" rIns="0" bIns="0" rtlCol="0" anchor="t">
            <a:spAutoFit/>
          </a:bodyPr>
          <a:lstStyle/>
          <a:p>
            <a:pPr algn="ctr">
              <a:lnSpc>
                <a:spcPts val="2482"/>
              </a:lnSpc>
            </a:pPr>
            <a:r>
              <a:rPr lang="en-US" sz="2482" spc="496">
                <a:solidFill>
                  <a:srgbClr val="2B5796"/>
                </a:solidFill>
                <a:latin typeface="Poppins"/>
                <a:ea typeface="Poppins"/>
                <a:cs typeface="Poppins"/>
                <a:sym typeface="Poppins"/>
              </a:rPr>
              <a:t>PRESENTED BY GROUP 8</a:t>
            </a: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394170" y="3086100"/>
            <a:ext cx="5397987" cy="8484066"/>
          </a:xfrm>
          <a:custGeom>
            <a:avLst/>
            <a:gdLst/>
            <a:ahLst/>
            <a:cxnLst/>
            <a:rect l="l" t="t" r="r" b="b"/>
            <a:pathLst>
              <a:path w="5397987" h="8484066">
                <a:moveTo>
                  <a:pt x="0" y="0"/>
                </a:moveTo>
                <a:lnTo>
                  <a:pt x="5397987" y="0"/>
                </a:lnTo>
                <a:lnTo>
                  <a:pt x="5397987" y="8484066"/>
                </a:lnTo>
                <a:lnTo>
                  <a:pt x="0" y="8484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0" y="1043766"/>
            <a:ext cx="18288000" cy="8199468"/>
            <a:chOff x="0" y="0"/>
            <a:chExt cx="4816593" cy="2159531"/>
          </a:xfrm>
        </p:grpSpPr>
        <p:sp>
          <p:nvSpPr>
            <p:cNvPr id="5" name="Freeform 5"/>
            <p:cNvSpPr/>
            <p:nvPr/>
          </p:nvSpPr>
          <p:spPr>
            <a:xfrm>
              <a:off x="0" y="0"/>
              <a:ext cx="4816592" cy="2159531"/>
            </a:xfrm>
            <a:custGeom>
              <a:avLst/>
              <a:gdLst/>
              <a:ahLst/>
              <a:cxnLst/>
              <a:rect l="l" t="t" r="r" b="b"/>
              <a:pathLst>
                <a:path w="4816592" h="2159531">
                  <a:moveTo>
                    <a:pt x="0" y="0"/>
                  </a:moveTo>
                  <a:lnTo>
                    <a:pt x="4816592" y="0"/>
                  </a:lnTo>
                  <a:lnTo>
                    <a:pt x="4816592" y="2159531"/>
                  </a:lnTo>
                  <a:lnTo>
                    <a:pt x="0" y="2159531"/>
                  </a:lnTo>
                  <a:close/>
                </a:path>
              </a:pathLst>
            </a:custGeom>
            <a:solidFill>
              <a:srgbClr val="FFFFFF"/>
            </a:solidFill>
          </p:spPr>
        </p:sp>
        <p:sp>
          <p:nvSpPr>
            <p:cNvPr id="6" name="TextBox 6"/>
            <p:cNvSpPr txBox="1"/>
            <p:nvPr/>
          </p:nvSpPr>
          <p:spPr>
            <a:xfrm>
              <a:off x="0" y="38100"/>
              <a:ext cx="4816593" cy="2121431"/>
            </a:xfrm>
            <a:prstGeom prst="rect">
              <a:avLst/>
            </a:prstGeom>
          </p:spPr>
          <p:txBody>
            <a:bodyPr lIns="50800" tIns="50800" rIns="50800" bIns="50800" rtlCol="0" anchor="ctr"/>
            <a:lstStyle/>
            <a:p>
              <a:pPr algn="ctr">
                <a:lnSpc>
                  <a:spcPts val="2199"/>
                </a:lnSpc>
              </a:pPr>
              <a:endParaRPr/>
            </a:p>
          </p:txBody>
        </p:sp>
      </p:grpSp>
      <p:sp>
        <p:nvSpPr>
          <p:cNvPr id="7" name="Freeform 7"/>
          <p:cNvSpPr/>
          <p:nvPr/>
        </p:nvSpPr>
        <p:spPr>
          <a:xfrm rot="-3106231">
            <a:off x="-1565860" y="-897530"/>
            <a:ext cx="5189120" cy="2594560"/>
          </a:xfrm>
          <a:custGeom>
            <a:avLst/>
            <a:gdLst/>
            <a:ahLst/>
            <a:cxnLst/>
            <a:rect l="l" t="t" r="r" b="b"/>
            <a:pathLst>
              <a:path w="5189120" h="2594560">
                <a:moveTo>
                  <a:pt x="0" y="0"/>
                </a:moveTo>
                <a:lnTo>
                  <a:pt x="5189120" y="0"/>
                </a:lnTo>
                <a:lnTo>
                  <a:pt x="5189120" y="2594560"/>
                </a:lnTo>
                <a:lnTo>
                  <a:pt x="0" y="25945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14492722" y="6373736"/>
            <a:ext cx="5196430" cy="5196430"/>
          </a:xfrm>
          <a:custGeom>
            <a:avLst/>
            <a:gdLst/>
            <a:ahLst/>
            <a:cxnLst/>
            <a:rect l="l" t="t" r="r" b="b"/>
            <a:pathLst>
              <a:path w="5196430" h="5196430">
                <a:moveTo>
                  <a:pt x="0" y="0"/>
                </a:moveTo>
                <a:lnTo>
                  <a:pt x="5196430" y="0"/>
                </a:lnTo>
                <a:lnTo>
                  <a:pt x="5196430" y="5196430"/>
                </a:lnTo>
                <a:lnTo>
                  <a:pt x="0" y="51964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rot="-5400000">
            <a:off x="13851070" y="-23805"/>
            <a:ext cx="1283303" cy="2057400"/>
          </a:xfrm>
          <a:custGeom>
            <a:avLst/>
            <a:gdLst/>
            <a:ahLst/>
            <a:cxnLst/>
            <a:rect l="l" t="t" r="r" b="b"/>
            <a:pathLst>
              <a:path w="1283303" h="2057400">
                <a:moveTo>
                  <a:pt x="0" y="0"/>
                </a:moveTo>
                <a:lnTo>
                  <a:pt x="1283304" y="0"/>
                </a:lnTo>
                <a:lnTo>
                  <a:pt x="1283304"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Freeform 12"/>
          <p:cNvSpPr/>
          <p:nvPr/>
        </p:nvSpPr>
        <p:spPr>
          <a:xfrm>
            <a:off x="736646" y="4022550"/>
            <a:ext cx="3305583" cy="3305583"/>
          </a:xfrm>
          <a:custGeom>
            <a:avLst/>
            <a:gdLst/>
            <a:ahLst/>
            <a:cxnLst/>
            <a:rect l="l" t="t" r="r" b="b"/>
            <a:pathLst>
              <a:path w="3305583" h="3305583">
                <a:moveTo>
                  <a:pt x="0" y="0"/>
                </a:moveTo>
                <a:lnTo>
                  <a:pt x="3305582" y="0"/>
                </a:lnTo>
                <a:lnTo>
                  <a:pt x="3305582" y="3305583"/>
                </a:lnTo>
                <a:lnTo>
                  <a:pt x="0" y="3305583"/>
                </a:lnTo>
                <a:lnTo>
                  <a:pt x="0" y="0"/>
                </a:lnTo>
                <a:close/>
              </a:path>
            </a:pathLst>
          </a:custGeom>
          <a:blipFill>
            <a:blip r:embed="rId11"/>
            <a:stretch>
              <a:fillRect/>
            </a:stretch>
          </a:blipFill>
        </p:spPr>
      </p:sp>
      <p:sp>
        <p:nvSpPr>
          <p:cNvPr id="13" name="Freeform 13"/>
          <p:cNvSpPr/>
          <p:nvPr/>
        </p:nvSpPr>
        <p:spPr>
          <a:xfrm>
            <a:off x="14222639" y="4039794"/>
            <a:ext cx="3305583" cy="3305583"/>
          </a:xfrm>
          <a:custGeom>
            <a:avLst/>
            <a:gdLst/>
            <a:ahLst/>
            <a:cxnLst/>
            <a:rect l="l" t="t" r="r" b="b"/>
            <a:pathLst>
              <a:path w="3305583" h="3305583">
                <a:moveTo>
                  <a:pt x="0" y="0"/>
                </a:moveTo>
                <a:lnTo>
                  <a:pt x="3305583" y="0"/>
                </a:lnTo>
                <a:lnTo>
                  <a:pt x="3305583" y="3305583"/>
                </a:lnTo>
                <a:lnTo>
                  <a:pt x="0" y="3305583"/>
                </a:lnTo>
                <a:lnTo>
                  <a:pt x="0" y="0"/>
                </a:lnTo>
                <a:close/>
              </a:path>
            </a:pathLst>
          </a:custGeom>
          <a:blipFill>
            <a:blip r:embed="rId12"/>
            <a:stretch>
              <a:fillRect/>
            </a:stretch>
          </a:blipFill>
        </p:spPr>
      </p:sp>
      <p:sp>
        <p:nvSpPr>
          <p:cNvPr id="14" name="Freeform 14"/>
          <p:cNvSpPr/>
          <p:nvPr/>
        </p:nvSpPr>
        <p:spPr>
          <a:xfrm>
            <a:off x="5046834" y="4018266"/>
            <a:ext cx="3305583" cy="3305583"/>
          </a:xfrm>
          <a:custGeom>
            <a:avLst/>
            <a:gdLst/>
            <a:ahLst/>
            <a:cxnLst/>
            <a:rect l="l" t="t" r="r" b="b"/>
            <a:pathLst>
              <a:path w="3305583" h="3305583">
                <a:moveTo>
                  <a:pt x="0" y="0"/>
                </a:moveTo>
                <a:lnTo>
                  <a:pt x="3305583" y="0"/>
                </a:lnTo>
                <a:lnTo>
                  <a:pt x="3305583" y="3305583"/>
                </a:lnTo>
                <a:lnTo>
                  <a:pt x="0" y="3305583"/>
                </a:lnTo>
                <a:lnTo>
                  <a:pt x="0" y="0"/>
                </a:lnTo>
                <a:close/>
              </a:path>
            </a:pathLst>
          </a:custGeom>
          <a:blipFill>
            <a:blip r:embed="rId13"/>
            <a:stretch>
              <a:fillRect/>
            </a:stretch>
          </a:blipFill>
        </p:spPr>
      </p:sp>
      <p:sp>
        <p:nvSpPr>
          <p:cNvPr id="15" name="TextBox 15"/>
          <p:cNvSpPr txBox="1"/>
          <p:nvPr/>
        </p:nvSpPr>
        <p:spPr>
          <a:xfrm>
            <a:off x="4728975" y="1941822"/>
            <a:ext cx="9763748" cy="920751"/>
          </a:xfrm>
          <a:prstGeom prst="rect">
            <a:avLst/>
          </a:prstGeom>
        </p:spPr>
        <p:txBody>
          <a:bodyPr lIns="0" tIns="0" rIns="0" bIns="0" rtlCol="0" anchor="t">
            <a:spAutoFit/>
          </a:bodyPr>
          <a:lstStyle/>
          <a:p>
            <a:pPr algn="ctr">
              <a:lnSpc>
                <a:spcPts val="6400"/>
              </a:lnSpc>
            </a:pPr>
            <a:r>
              <a:rPr lang="en-US" sz="8000" b="1" dirty="0">
                <a:solidFill>
                  <a:srgbClr val="2B5796"/>
                </a:solidFill>
                <a:latin typeface="Fira Sans Heavy"/>
                <a:ea typeface="Fira Sans Heavy"/>
                <a:cs typeface="Fira Sans Heavy"/>
                <a:sym typeface="Fira Sans Heavy"/>
              </a:rPr>
              <a:t>MEMBERS</a:t>
            </a:r>
          </a:p>
        </p:txBody>
      </p:sp>
      <p:sp>
        <p:nvSpPr>
          <p:cNvPr id="16" name="TextBox 16"/>
          <p:cNvSpPr txBox="1"/>
          <p:nvPr/>
        </p:nvSpPr>
        <p:spPr>
          <a:xfrm>
            <a:off x="759778" y="7134147"/>
            <a:ext cx="3366187" cy="835025"/>
          </a:xfrm>
          <a:prstGeom prst="rect">
            <a:avLst/>
          </a:prstGeom>
        </p:spPr>
        <p:txBody>
          <a:bodyPr lIns="0" tIns="0" rIns="0" bIns="0" rtlCol="0" anchor="t">
            <a:spAutoFit/>
          </a:bodyPr>
          <a:lstStyle/>
          <a:p>
            <a:pPr algn="just">
              <a:lnSpc>
                <a:spcPts val="7000"/>
              </a:lnSpc>
            </a:pPr>
            <a:r>
              <a:rPr lang="en-US" sz="3500" dirty="0">
                <a:solidFill>
                  <a:srgbClr val="2B5796"/>
                </a:solidFill>
                <a:latin typeface="Poppins"/>
                <a:ea typeface="Poppins"/>
                <a:cs typeface="Poppins"/>
                <a:sym typeface="Poppins"/>
              </a:rPr>
              <a:t>Chhay </a:t>
            </a:r>
            <a:r>
              <a:rPr lang="en-US" sz="3500" dirty="0" err="1">
                <a:solidFill>
                  <a:srgbClr val="2B5796"/>
                </a:solidFill>
                <a:latin typeface="Poppins"/>
                <a:ea typeface="Poppins"/>
                <a:cs typeface="Poppins"/>
                <a:sym typeface="Poppins"/>
              </a:rPr>
              <a:t>Lyveng</a:t>
            </a:r>
            <a:endParaRPr lang="en-US" sz="3500" dirty="0">
              <a:solidFill>
                <a:srgbClr val="2B5796"/>
              </a:solidFill>
              <a:latin typeface="Poppins"/>
              <a:ea typeface="Poppins"/>
              <a:cs typeface="Poppins"/>
              <a:sym typeface="Poppins"/>
            </a:endParaRPr>
          </a:p>
        </p:txBody>
      </p:sp>
      <p:sp>
        <p:nvSpPr>
          <p:cNvPr id="17" name="TextBox 17"/>
          <p:cNvSpPr txBox="1"/>
          <p:nvPr/>
        </p:nvSpPr>
        <p:spPr>
          <a:xfrm>
            <a:off x="5372514" y="7066132"/>
            <a:ext cx="3366187" cy="835025"/>
          </a:xfrm>
          <a:prstGeom prst="rect">
            <a:avLst/>
          </a:prstGeom>
        </p:spPr>
        <p:txBody>
          <a:bodyPr lIns="0" tIns="0" rIns="0" bIns="0" rtlCol="0" anchor="t">
            <a:spAutoFit/>
          </a:bodyPr>
          <a:lstStyle/>
          <a:p>
            <a:pPr algn="just">
              <a:lnSpc>
                <a:spcPts val="7000"/>
              </a:lnSpc>
            </a:pPr>
            <a:r>
              <a:rPr lang="en-US" sz="3500" dirty="0">
                <a:solidFill>
                  <a:srgbClr val="2B5796"/>
                </a:solidFill>
                <a:latin typeface="Poppins"/>
                <a:ea typeface="Poppins"/>
                <a:cs typeface="Poppins"/>
                <a:sym typeface="Poppins"/>
              </a:rPr>
              <a:t>LY </a:t>
            </a:r>
            <a:r>
              <a:rPr lang="en-US" sz="3500" dirty="0" err="1">
                <a:solidFill>
                  <a:srgbClr val="2B5796"/>
                </a:solidFill>
                <a:latin typeface="Poppins"/>
                <a:ea typeface="Poppins"/>
                <a:cs typeface="Poppins"/>
                <a:sym typeface="Poppins"/>
              </a:rPr>
              <a:t>Seavming</a:t>
            </a:r>
            <a:endParaRPr lang="en-US" sz="3500" dirty="0">
              <a:solidFill>
                <a:srgbClr val="2B5796"/>
              </a:solidFill>
              <a:latin typeface="Poppins"/>
              <a:ea typeface="Poppins"/>
              <a:cs typeface="Poppins"/>
              <a:sym typeface="Poppins"/>
            </a:endParaRPr>
          </a:p>
        </p:txBody>
      </p:sp>
      <p:sp>
        <p:nvSpPr>
          <p:cNvPr id="18" name="TextBox 18"/>
          <p:cNvSpPr txBox="1"/>
          <p:nvPr/>
        </p:nvSpPr>
        <p:spPr>
          <a:xfrm>
            <a:off x="14763726" y="7045074"/>
            <a:ext cx="3366187" cy="835025"/>
          </a:xfrm>
          <a:prstGeom prst="rect">
            <a:avLst/>
          </a:prstGeom>
        </p:spPr>
        <p:txBody>
          <a:bodyPr lIns="0" tIns="0" rIns="0" bIns="0" rtlCol="0" anchor="t">
            <a:spAutoFit/>
          </a:bodyPr>
          <a:lstStyle/>
          <a:p>
            <a:pPr algn="just">
              <a:lnSpc>
                <a:spcPts val="7000"/>
              </a:lnSpc>
            </a:pPr>
            <a:r>
              <a:rPr lang="en-US" sz="3500" dirty="0">
                <a:solidFill>
                  <a:srgbClr val="2B5796"/>
                </a:solidFill>
                <a:latin typeface="Poppins"/>
                <a:ea typeface="Poppins"/>
                <a:cs typeface="Poppins"/>
                <a:sym typeface="Poppins"/>
              </a:rPr>
              <a:t>Ly </a:t>
            </a:r>
            <a:r>
              <a:rPr lang="en-US" sz="3500" dirty="0" err="1">
                <a:solidFill>
                  <a:srgbClr val="2B5796"/>
                </a:solidFill>
                <a:latin typeface="Poppins"/>
                <a:ea typeface="Poppins"/>
                <a:cs typeface="Poppins"/>
                <a:sym typeface="Poppins"/>
              </a:rPr>
              <a:t>Bunleng</a:t>
            </a:r>
            <a:endParaRPr lang="en-US" sz="3500" dirty="0">
              <a:solidFill>
                <a:srgbClr val="2B5796"/>
              </a:solidFill>
              <a:latin typeface="Poppins"/>
              <a:ea typeface="Poppins"/>
              <a:cs typeface="Poppins"/>
              <a:sym typeface="Poppins"/>
            </a:endParaRPr>
          </a:p>
        </p:txBody>
      </p:sp>
      <p:pic>
        <p:nvPicPr>
          <p:cNvPr id="1028" name="Picture 4" descr="Dinosaurs: News, features and articles | Live Science">
            <a:extLst>
              <a:ext uri="{FF2B5EF4-FFF2-40B4-BE49-F238E27FC236}">
                <a16:creationId xmlns:a16="http://schemas.microsoft.com/office/drawing/2014/main" id="{47D6BF71-7811-4305-81A6-ED03EF3C8987}"/>
              </a:ext>
            </a:extLst>
          </p:cNvPr>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l="16706" t="2861" r="28911"/>
          <a:stretch/>
        </p:blipFill>
        <p:spPr bwMode="auto">
          <a:xfrm>
            <a:off x="9870444" y="4018266"/>
            <a:ext cx="3297371" cy="3312999"/>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18">
            <a:extLst>
              <a:ext uri="{FF2B5EF4-FFF2-40B4-BE49-F238E27FC236}">
                <a16:creationId xmlns:a16="http://schemas.microsoft.com/office/drawing/2014/main" id="{0F3EFBE9-C4A5-4CAF-9A6E-707A6BC38BD8}"/>
              </a:ext>
            </a:extLst>
          </p:cNvPr>
          <p:cNvSpPr txBox="1"/>
          <p:nvPr/>
        </p:nvSpPr>
        <p:spPr>
          <a:xfrm>
            <a:off x="9421923" y="7166877"/>
            <a:ext cx="4414432" cy="798937"/>
          </a:xfrm>
          <a:prstGeom prst="rect">
            <a:avLst/>
          </a:prstGeom>
        </p:spPr>
        <p:txBody>
          <a:bodyPr wrap="square" lIns="0" tIns="0" rIns="0" bIns="0" rtlCol="0" anchor="t">
            <a:spAutoFit/>
          </a:bodyPr>
          <a:lstStyle/>
          <a:p>
            <a:pPr algn="just">
              <a:lnSpc>
                <a:spcPts val="7000"/>
              </a:lnSpc>
            </a:pPr>
            <a:r>
              <a:rPr lang="en-US" sz="3500" dirty="0" err="1">
                <a:solidFill>
                  <a:srgbClr val="2B5796"/>
                </a:solidFill>
                <a:latin typeface="Poppins"/>
                <a:ea typeface="Poppins"/>
                <a:cs typeface="Poppins"/>
                <a:sym typeface="Poppins"/>
              </a:rPr>
              <a:t>Chhoeun</a:t>
            </a:r>
            <a:r>
              <a:rPr lang="en-US" sz="3500" dirty="0">
                <a:solidFill>
                  <a:srgbClr val="2B5796"/>
                </a:solidFill>
                <a:latin typeface="Poppins"/>
                <a:ea typeface="Poppins"/>
                <a:cs typeface="Poppins"/>
                <a:sym typeface="Poppins"/>
              </a:rPr>
              <a:t> </a:t>
            </a:r>
            <a:r>
              <a:rPr lang="en-US" sz="3500" dirty="0" err="1">
                <a:solidFill>
                  <a:srgbClr val="2B5796"/>
                </a:solidFill>
                <a:latin typeface="Poppins"/>
                <a:ea typeface="Poppins"/>
                <a:cs typeface="Poppins"/>
                <a:sym typeface="Poppins"/>
              </a:rPr>
              <a:t>Kimchhun</a:t>
            </a:r>
            <a:endParaRPr lang="en-US" sz="3500" dirty="0">
              <a:solidFill>
                <a:srgbClr val="2B5796"/>
              </a:solidFill>
              <a:latin typeface="Poppins"/>
              <a:ea typeface="Poppins"/>
              <a:cs typeface="Poppins"/>
              <a:sym typeface="Poppins"/>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8524147" y="-421346"/>
            <a:ext cx="9763853" cy="11991512"/>
            <a:chOff x="0" y="0"/>
            <a:chExt cx="2571550" cy="3158258"/>
          </a:xfrm>
        </p:grpSpPr>
        <p:sp>
          <p:nvSpPr>
            <p:cNvPr id="4" name="Freeform 4"/>
            <p:cNvSpPr/>
            <p:nvPr/>
          </p:nvSpPr>
          <p:spPr>
            <a:xfrm>
              <a:off x="0" y="0"/>
              <a:ext cx="2571550" cy="3158258"/>
            </a:xfrm>
            <a:custGeom>
              <a:avLst/>
              <a:gdLst/>
              <a:ahLst/>
              <a:cxnLst/>
              <a:rect l="l" t="t" r="r" b="b"/>
              <a:pathLst>
                <a:path w="2571550" h="3158258">
                  <a:moveTo>
                    <a:pt x="0" y="0"/>
                  </a:moveTo>
                  <a:lnTo>
                    <a:pt x="2571550" y="0"/>
                  </a:lnTo>
                  <a:lnTo>
                    <a:pt x="2571550" y="3158258"/>
                  </a:lnTo>
                  <a:lnTo>
                    <a:pt x="0" y="3158258"/>
                  </a:lnTo>
                  <a:close/>
                </a:path>
              </a:pathLst>
            </a:custGeom>
            <a:solidFill>
              <a:srgbClr val="FFFFFF"/>
            </a:solidFill>
          </p:spPr>
        </p:sp>
        <p:sp>
          <p:nvSpPr>
            <p:cNvPr id="5" name="TextBox 5"/>
            <p:cNvSpPr txBox="1"/>
            <p:nvPr/>
          </p:nvSpPr>
          <p:spPr>
            <a:xfrm>
              <a:off x="0" y="28575"/>
              <a:ext cx="2571550" cy="3129683"/>
            </a:xfrm>
            <a:prstGeom prst="rect">
              <a:avLst/>
            </a:prstGeom>
          </p:spPr>
          <p:txBody>
            <a:bodyPr lIns="50800" tIns="50800" rIns="50800" bIns="50800" rtlCol="0" anchor="ctr"/>
            <a:lstStyle/>
            <a:p>
              <a:pPr algn="ctr">
                <a:lnSpc>
                  <a:spcPts val="2199"/>
                </a:lnSpc>
              </a:pPr>
              <a:endParaRPr/>
            </a:p>
          </p:txBody>
        </p:sp>
      </p:grpSp>
      <p:sp>
        <p:nvSpPr>
          <p:cNvPr id="6" name="Freeform 6"/>
          <p:cNvSpPr/>
          <p:nvPr/>
        </p:nvSpPr>
        <p:spPr>
          <a:xfrm rot="703317">
            <a:off x="209449" y="-1084833"/>
            <a:ext cx="5189120" cy="2594560"/>
          </a:xfrm>
          <a:custGeom>
            <a:avLst/>
            <a:gdLst/>
            <a:ahLst/>
            <a:cxnLst/>
            <a:rect l="l" t="t" r="r" b="b"/>
            <a:pathLst>
              <a:path w="5189120" h="2594560">
                <a:moveTo>
                  <a:pt x="0" y="0"/>
                </a:moveTo>
                <a:lnTo>
                  <a:pt x="5189121" y="0"/>
                </a:lnTo>
                <a:lnTo>
                  <a:pt x="5189121" y="2594560"/>
                </a:lnTo>
                <a:lnTo>
                  <a:pt x="0" y="25945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4492722" y="6373736"/>
            <a:ext cx="5196430" cy="5196430"/>
          </a:xfrm>
          <a:custGeom>
            <a:avLst/>
            <a:gdLst/>
            <a:ahLst/>
            <a:cxnLst/>
            <a:rect l="l" t="t" r="r" b="b"/>
            <a:pathLst>
              <a:path w="5196430" h="5196430">
                <a:moveTo>
                  <a:pt x="0" y="0"/>
                </a:moveTo>
                <a:lnTo>
                  <a:pt x="5196430" y="0"/>
                </a:lnTo>
                <a:lnTo>
                  <a:pt x="5196430" y="5196430"/>
                </a:lnTo>
                <a:lnTo>
                  <a:pt x="0" y="51964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rot="-5400000">
            <a:off x="15588948" y="339438"/>
            <a:ext cx="1283303" cy="2057400"/>
          </a:xfrm>
          <a:custGeom>
            <a:avLst/>
            <a:gdLst/>
            <a:ahLst/>
            <a:cxnLst/>
            <a:rect l="l" t="t" r="r" b="b"/>
            <a:pathLst>
              <a:path w="1283303" h="2057400">
                <a:moveTo>
                  <a:pt x="0" y="0"/>
                </a:moveTo>
                <a:lnTo>
                  <a:pt x="1283304" y="0"/>
                </a:lnTo>
                <a:lnTo>
                  <a:pt x="1283304" y="2057400"/>
                </a:lnTo>
                <a:lnTo>
                  <a:pt x="0" y="20574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643478" y="5143500"/>
            <a:ext cx="7551874" cy="7344198"/>
          </a:xfrm>
          <a:custGeom>
            <a:avLst/>
            <a:gdLst/>
            <a:ahLst/>
            <a:cxnLst/>
            <a:rect l="l" t="t" r="r" b="b"/>
            <a:pathLst>
              <a:path w="7551874" h="7344198">
                <a:moveTo>
                  <a:pt x="0" y="0"/>
                </a:moveTo>
                <a:lnTo>
                  <a:pt x="7551874" y="0"/>
                </a:lnTo>
                <a:lnTo>
                  <a:pt x="7551874" y="7344198"/>
                </a:lnTo>
                <a:lnTo>
                  <a:pt x="0" y="7344198"/>
                </a:lnTo>
                <a:lnTo>
                  <a:pt x="0" y="0"/>
                </a:lnTo>
                <a:close/>
              </a:path>
            </a:pathLst>
          </a:custGeom>
          <a:blipFill>
            <a:blip r:embed="rId9"/>
            <a:stretch>
              <a:fillRect/>
            </a:stretch>
          </a:blipFill>
        </p:spPr>
      </p:sp>
      <p:sp>
        <p:nvSpPr>
          <p:cNvPr id="10" name="TextBox 10"/>
          <p:cNvSpPr txBox="1"/>
          <p:nvPr/>
        </p:nvSpPr>
        <p:spPr>
          <a:xfrm>
            <a:off x="1637898" y="3243960"/>
            <a:ext cx="5563035" cy="920751"/>
          </a:xfrm>
          <a:prstGeom prst="rect">
            <a:avLst/>
          </a:prstGeom>
        </p:spPr>
        <p:txBody>
          <a:bodyPr lIns="0" tIns="0" rIns="0" bIns="0" rtlCol="0" anchor="t">
            <a:spAutoFit/>
          </a:bodyPr>
          <a:lstStyle/>
          <a:p>
            <a:pPr algn="ctr">
              <a:lnSpc>
                <a:spcPts val="6400"/>
              </a:lnSpc>
            </a:pPr>
            <a:r>
              <a:rPr lang="en-US" sz="8000" b="1">
                <a:solidFill>
                  <a:srgbClr val="2B5796"/>
                </a:solidFill>
                <a:latin typeface="Fira Sans Heavy"/>
                <a:ea typeface="Fira Sans Heavy"/>
                <a:cs typeface="Fira Sans Heavy"/>
                <a:sym typeface="Fira Sans Heavy"/>
              </a:rPr>
              <a:t>OVERVIEW</a:t>
            </a:r>
          </a:p>
        </p:txBody>
      </p:sp>
      <p:sp>
        <p:nvSpPr>
          <p:cNvPr id="11" name="TextBox 11"/>
          <p:cNvSpPr txBox="1"/>
          <p:nvPr/>
        </p:nvSpPr>
        <p:spPr>
          <a:xfrm>
            <a:off x="9815659" y="1473200"/>
            <a:ext cx="5968576" cy="6149975"/>
          </a:xfrm>
          <a:prstGeom prst="rect">
            <a:avLst/>
          </a:prstGeom>
        </p:spPr>
        <p:txBody>
          <a:bodyPr lIns="0" tIns="0" rIns="0" bIns="0" rtlCol="0" anchor="t">
            <a:spAutoFit/>
          </a:bodyPr>
          <a:lstStyle/>
          <a:p>
            <a:pPr marL="755651" lvl="1" indent="-377825" algn="just">
              <a:lnSpc>
                <a:spcPts val="7000"/>
              </a:lnSpc>
              <a:buFont typeface="Arial"/>
              <a:buChar char="•"/>
            </a:pPr>
            <a:r>
              <a:rPr lang="en-US" sz="3500" dirty="0">
                <a:solidFill>
                  <a:srgbClr val="2B5796"/>
                </a:solidFill>
                <a:latin typeface="Poppins"/>
                <a:ea typeface="Poppins"/>
                <a:cs typeface="Poppins"/>
                <a:sym typeface="Poppins"/>
              </a:rPr>
              <a:t>Introduction</a:t>
            </a:r>
          </a:p>
          <a:p>
            <a:pPr marL="755651" lvl="1" indent="-377825" algn="just">
              <a:lnSpc>
                <a:spcPts val="7000"/>
              </a:lnSpc>
              <a:buFont typeface="Arial"/>
              <a:buChar char="•"/>
            </a:pPr>
            <a:r>
              <a:rPr lang="en-US" sz="3500" dirty="0">
                <a:solidFill>
                  <a:srgbClr val="2B5796"/>
                </a:solidFill>
                <a:latin typeface="Poppins"/>
                <a:ea typeface="Poppins"/>
                <a:cs typeface="Poppins"/>
                <a:sym typeface="Poppins"/>
              </a:rPr>
              <a:t>Problem statement </a:t>
            </a:r>
          </a:p>
          <a:p>
            <a:pPr marL="755651" lvl="1" indent="-377825" algn="just">
              <a:lnSpc>
                <a:spcPts val="7000"/>
              </a:lnSpc>
              <a:buFont typeface="Arial"/>
              <a:buChar char="•"/>
            </a:pPr>
            <a:r>
              <a:rPr lang="en-US" sz="3500" dirty="0">
                <a:solidFill>
                  <a:srgbClr val="2B5796"/>
                </a:solidFill>
                <a:latin typeface="Poppins"/>
                <a:ea typeface="Poppins"/>
                <a:cs typeface="Poppins"/>
                <a:sym typeface="Poppins"/>
              </a:rPr>
              <a:t>Implementation</a:t>
            </a:r>
          </a:p>
          <a:p>
            <a:pPr marL="755651" lvl="1" indent="-377825" algn="just">
              <a:lnSpc>
                <a:spcPts val="7000"/>
              </a:lnSpc>
              <a:buFont typeface="Arial"/>
              <a:buChar char="•"/>
            </a:pPr>
            <a:r>
              <a:rPr lang="en-US" sz="3500" dirty="0">
                <a:solidFill>
                  <a:srgbClr val="2B5796"/>
                </a:solidFill>
                <a:latin typeface="Poppins"/>
                <a:ea typeface="Poppins"/>
                <a:cs typeface="Poppins"/>
                <a:sym typeface="Poppins"/>
              </a:rPr>
              <a:t>Code explanation </a:t>
            </a:r>
          </a:p>
          <a:p>
            <a:pPr marL="755651" lvl="1" indent="-377825" algn="just">
              <a:lnSpc>
                <a:spcPts val="7000"/>
              </a:lnSpc>
              <a:buFont typeface="Arial"/>
              <a:buChar char="•"/>
            </a:pPr>
            <a:r>
              <a:rPr lang="en-US" sz="3500" dirty="0">
                <a:solidFill>
                  <a:srgbClr val="2B5796"/>
                </a:solidFill>
                <a:latin typeface="Poppins"/>
                <a:ea typeface="Poppins"/>
                <a:cs typeface="Poppins"/>
                <a:sym typeface="Poppins"/>
              </a:rPr>
              <a:t>Result</a:t>
            </a:r>
          </a:p>
          <a:p>
            <a:pPr marL="755651" lvl="1" indent="-377825" algn="just">
              <a:lnSpc>
                <a:spcPts val="7000"/>
              </a:lnSpc>
              <a:buFont typeface="Arial"/>
              <a:buChar char="•"/>
            </a:pPr>
            <a:r>
              <a:rPr lang="en-US" sz="3500" dirty="0">
                <a:solidFill>
                  <a:srgbClr val="2B5796"/>
                </a:solidFill>
                <a:latin typeface="Poppins"/>
                <a:ea typeface="Poppins"/>
                <a:cs typeface="Poppins"/>
                <a:sym typeface="Poppins"/>
              </a:rPr>
              <a:t>Conclusion </a:t>
            </a:r>
          </a:p>
          <a:p>
            <a:pPr algn="just">
              <a:lnSpc>
                <a:spcPts val="7000"/>
              </a:lnSpc>
            </a:pPr>
            <a:endParaRPr lang="en-US" sz="3500" dirty="0">
              <a:solidFill>
                <a:srgbClr val="2B5796"/>
              </a:solidFill>
              <a:latin typeface="Poppins"/>
              <a:ea typeface="Poppins"/>
              <a:cs typeface="Poppins"/>
              <a:sym typeface="Poppins"/>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394170" y="3086100"/>
            <a:ext cx="5397987" cy="8484066"/>
          </a:xfrm>
          <a:custGeom>
            <a:avLst/>
            <a:gdLst/>
            <a:ahLst/>
            <a:cxnLst/>
            <a:rect l="l" t="t" r="r" b="b"/>
            <a:pathLst>
              <a:path w="5397987" h="8484066">
                <a:moveTo>
                  <a:pt x="0" y="0"/>
                </a:moveTo>
                <a:lnTo>
                  <a:pt x="5397987" y="0"/>
                </a:lnTo>
                <a:lnTo>
                  <a:pt x="5397987" y="8484066"/>
                </a:lnTo>
                <a:lnTo>
                  <a:pt x="0" y="8484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0" y="1058832"/>
            <a:ext cx="18288000" cy="8199468"/>
            <a:chOff x="0" y="0"/>
            <a:chExt cx="4816593" cy="2159531"/>
          </a:xfrm>
        </p:grpSpPr>
        <p:sp>
          <p:nvSpPr>
            <p:cNvPr id="5" name="Freeform 5"/>
            <p:cNvSpPr/>
            <p:nvPr/>
          </p:nvSpPr>
          <p:spPr>
            <a:xfrm>
              <a:off x="0" y="0"/>
              <a:ext cx="4816592" cy="2159531"/>
            </a:xfrm>
            <a:custGeom>
              <a:avLst/>
              <a:gdLst/>
              <a:ahLst/>
              <a:cxnLst/>
              <a:rect l="l" t="t" r="r" b="b"/>
              <a:pathLst>
                <a:path w="4816592" h="2159531">
                  <a:moveTo>
                    <a:pt x="0" y="0"/>
                  </a:moveTo>
                  <a:lnTo>
                    <a:pt x="4816592" y="0"/>
                  </a:lnTo>
                  <a:lnTo>
                    <a:pt x="4816592" y="2159531"/>
                  </a:lnTo>
                  <a:lnTo>
                    <a:pt x="0" y="2159531"/>
                  </a:lnTo>
                  <a:close/>
                </a:path>
              </a:pathLst>
            </a:custGeom>
            <a:solidFill>
              <a:srgbClr val="FFFFFF"/>
            </a:solidFill>
          </p:spPr>
        </p:sp>
        <p:sp>
          <p:nvSpPr>
            <p:cNvPr id="6" name="TextBox 6"/>
            <p:cNvSpPr txBox="1"/>
            <p:nvPr/>
          </p:nvSpPr>
          <p:spPr>
            <a:xfrm>
              <a:off x="0" y="38100"/>
              <a:ext cx="4816593" cy="2121431"/>
            </a:xfrm>
            <a:prstGeom prst="rect">
              <a:avLst/>
            </a:prstGeom>
          </p:spPr>
          <p:txBody>
            <a:bodyPr lIns="50800" tIns="50800" rIns="50800" bIns="50800" rtlCol="0" anchor="ctr"/>
            <a:lstStyle/>
            <a:p>
              <a:pPr algn="ctr">
                <a:lnSpc>
                  <a:spcPts val="2199"/>
                </a:lnSpc>
              </a:pPr>
              <a:endParaRPr/>
            </a:p>
          </p:txBody>
        </p:sp>
      </p:grpSp>
      <p:sp>
        <p:nvSpPr>
          <p:cNvPr id="7" name="Freeform 7"/>
          <p:cNvSpPr/>
          <p:nvPr/>
        </p:nvSpPr>
        <p:spPr>
          <a:xfrm rot="-3106231">
            <a:off x="-1565860" y="-897530"/>
            <a:ext cx="5189120" cy="2594560"/>
          </a:xfrm>
          <a:custGeom>
            <a:avLst/>
            <a:gdLst/>
            <a:ahLst/>
            <a:cxnLst/>
            <a:rect l="l" t="t" r="r" b="b"/>
            <a:pathLst>
              <a:path w="5189120" h="2594560">
                <a:moveTo>
                  <a:pt x="0" y="0"/>
                </a:moveTo>
                <a:lnTo>
                  <a:pt x="5189120" y="0"/>
                </a:lnTo>
                <a:lnTo>
                  <a:pt x="5189120" y="2594560"/>
                </a:lnTo>
                <a:lnTo>
                  <a:pt x="0" y="25945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14492722" y="6373736"/>
            <a:ext cx="5196430" cy="5196430"/>
          </a:xfrm>
          <a:custGeom>
            <a:avLst/>
            <a:gdLst/>
            <a:ahLst/>
            <a:cxnLst/>
            <a:rect l="l" t="t" r="r" b="b"/>
            <a:pathLst>
              <a:path w="5196430" h="5196430">
                <a:moveTo>
                  <a:pt x="0" y="0"/>
                </a:moveTo>
                <a:lnTo>
                  <a:pt x="5196430" y="0"/>
                </a:lnTo>
                <a:lnTo>
                  <a:pt x="5196430" y="5196430"/>
                </a:lnTo>
                <a:lnTo>
                  <a:pt x="0" y="51964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rot="-5400000">
            <a:off x="13851070" y="-23805"/>
            <a:ext cx="1283303" cy="2057400"/>
          </a:xfrm>
          <a:custGeom>
            <a:avLst/>
            <a:gdLst/>
            <a:ahLst/>
            <a:cxnLst/>
            <a:rect l="l" t="t" r="r" b="b"/>
            <a:pathLst>
              <a:path w="1283303" h="2057400">
                <a:moveTo>
                  <a:pt x="0" y="0"/>
                </a:moveTo>
                <a:lnTo>
                  <a:pt x="1283304" y="0"/>
                </a:lnTo>
                <a:lnTo>
                  <a:pt x="1283304"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a:off x="13930870" y="4843404"/>
            <a:ext cx="3774645" cy="5161908"/>
          </a:xfrm>
          <a:custGeom>
            <a:avLst/>
            <a:gdLst/>
            <a:ahLst/>
            <a:cxnLst/>
            <a:rect l="l" t="t" r="r" b="b"/>
            <a:pathLst>
              <a:path w="3774645" h="5161908">
                <a:moveTo>
                  <a:pt x="0" y="0"/>
                </a:moveTo>
                <a:lnTo>
                  <a:pt x="3774645" y="0"/>
                </a:lnTo>
                <a:lnTo>
                  <a:pt x="3774645" y="5161908"/>
                </a:lnTo>
                <a:lnTo>
                  <a:pt x="0" y="5161908"/>
                </a:lnTo>
                <a:lnTo>
                  <a:pt x="0" y="0"/>
                </a:lnTo>
                <a:close/>
              </a:path>
            </a:pathLst>
          </a:custGeom>
          <a:blipFill>
            <a:blip r:embed="rId11"/>
            <a:stretch>
              <a:fillRect/>
            </a:stretch>
          </a:blipFill>
        </p:spPr>
      </p:sp>
      <p:sp>
        <p:nvSpPr>
          <p:cNvPr id="11" name="Freeform 11"/>
          <p:cNvSpPr/>
          <p:nvPr/>
        </p:nvSpPr>
        <p:spPr>
          <a:xfrm rot="437024">
            <a:off x="700007" y="7926664"/>
            <a:ext cx="1832034" cy="1954169"/>
          </a:xfrm>
          <a:custGeom>
            <a:avLst/>
            <a:gdLst/>
            <a:ahLst/>
            <a:cxnLst/>
            <a:rect l="l" t="t" r="r" b="b"/>
            <a:pathLst>
              <a:path w="1832034" h="1954169">
                <a:moveTo>
                  <a:pt x="0" y="0"/>
                </a:moveTo>
                <a:lnTo>
                  <a:pt x="1832034" y="0"/>
                </a:lnTo>
                <a:lnTo>
                  <a:pt x="1832034" y="1954169"/>
                </a:lnTo>
                <a:lnTo>
                  <a:pt x="0" y="1954169"/>
                </a:lnTo>
                <a:lnTo>
                  <a:pt x="0" y="0"/>
                </a:lnTo>
                <a:close/>
              </a:path>
            </a:pathLst>
          </a:custGeom>
          <a:blipFill>
            <a:blip r:embed="rId12"/>
            <a:stretch>
              <a:fillRect/>
            </a:stretch>
          </a:blipFill>
        </p:spPr>
      </p:sp>
      <p:sp>
        <p:nvSpPr>
          <p:cNvPr id="12" name="TextBox 12"/>
          <p:cNvSpPr txBox="1"/>
          <p:nvPr/>
        </p:nvSpPr>
        <p:spPr>
          <a:xfrm>
            <a:off x="3591842" y="3495675"/>
            <a:ext cx="11104317" cy="3209925"/>
          </a:xfrm>
          <a:prstGeom prst="rect">
            <a:avLst/>
          </a:prstGeom>
        </p:spPr>
        <p:txBody>
          <a:bodyPr lIns="0" tIns="0" rIns="0" bIns="0" rtlCol="0" anchor="t">
            <a:spAutoFit/>
          </a:bodyPr>
          <a:lstStyle/>
          <a:p>
            <a:pPr algn="just">
              <a:lnSpc>
                <a:spcPts val="4200"/>
              </a:lnSpc>
            </a:pPr>
            <a:r>
              <a:rPr lang="en-US" sz="3000" dirty="0">
                <a:solidFill>
                  <a:srgbClr val="2B5796"/>
                </a:solidFill>
                <a:latin typeface="Poppins"/>
                <a:ea typeface="Poppins"/>
                <a:cs typeface="Poppins"/>
                <a:sym typeface="Poppins"/>
              </a:rPr>
              <a:t>This is a Student Grade Management System. It helps manage student records by allowing users to add, view, edit, and delete student information and grades. It also calculates averages and shows student performance clearly and easily.</a:t>
            </a:r>
          </a:p>
          <a:p>
            <a:pPr algn="just">
              <a:lnSpc>
                <a:spcPts val="4200"/>
              </a:lnSpc>
            </a:pPr>
            <a:endParaRPr lang="en-US" sz="3000" dirty="0">
              <a:solidFill>
                <a:srgbClr val="2B5796"/>
              </a:solidFill>
              <a:latin typeface="Poppins"/>
              <a:ea typeface="Poppins"/>
              <a:cs typeface="Poppins"/>
              <a:sym typeface="Poppins"/>
            </a:endParaRPr>
          </a:p>
        </p:txBody>
      </p:sp>
      <p:sp>
        <p:nvSpPr>
          <p:cNvPr id="13" name="TextBox 13"/>
          <p:cNvSpPr txBox="1"/>
          <p:nvPr/>
        </p:nvSpPr>
        <p:spPr>
          <a:xfrm>
            <a:off x="5512879" y="1697052"/>
            <a:ext cx="7262241" cy="920751"/>
          </a:xfrm>
          <a:prstGeom prst="rect">
            <a:avLst/>
          </a:prstGeom>
        </p:spPr>
        <p:txBody>
          <a:bodyPr lIns="0" tIns="0" rIns="0" bIns="0" rtlCol="0" anchor="t">
            <a:spAutoFit/>
          </a:bodyPr>
          <a:lstStyle/>
          <a:p>
            <a:pPr algn="ctr">
              <a:lnSpc>
                <a:spcPts val="6400"/>
              </a:lnSpc>
            </a:pPr>
            <a:r>
              <a:rPr lang="en-US" sz="8000" b="1">
                <a:solidFill>
                  <a:srgbClr val="2B5796"/>
                </a:solidFill>
                <a:latin typeface="Fira Sans Heavy"/>
                <a:ea typeface="Fira Sans Heavy"/>
                <a:cs typeface="Fira Sans Heavy"/>
                <a:sym typeface="Fira Sans Heavy"/>
              </a:rPr>
              <a:t>INTRODUCTION</a:t>
            </a:r>
          </a:p>
        </p:txBody>
      </p:sp>
      <p:pic>
        <p:nvPicPr>
          <p:cNvPr id="1028" name="Picture 4" descr="Project | Student Grade Management System: Mastering Database ...">
            <a:extLst>
              <a:ext uri="{FF2B5EF4-FFF2-40B4-BE49-F238E27FC236}">
                <a16:creationId xmlns:a16="http://schemas.microsoft.com/office/drawing/2014/main" id="{55C4982C-56AC-74C2-4316-1F32971D6B3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87772" y="6373736"/>
            <a:ext cx="4808775" cy="24735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2700761" y="1028700"/>
            <a:ext cx="12886479" cy="10541466"/>
            <a:chOff x="0" y="0"/>
            <a:chExt cx="3393970" cy="2776353"/>
          </a:xfrm>
        </p:grpSpPr>
        <p:sp>
          <p:nvSpPr>
            <p:cNvPr id="4" name="Freeform 4"/>
            <p:cNvSpPr/>
            <p:nvPr/>
          </p:nvSpPr>
          <p:spPr>
            <a:xfrm>
              <a:off x="0" y="0"/>
              <a:ext cx="3393970" cy="2776353"/>
            </a:xfrm>
            <a:custGeom>
              <a:avLst/>
              <a:gdLst/>
              <a:ahLst/>
              <a:cxnLst/>
              <a:rect l="l" t="t" r="r" b="b"/>
              <a:pathLst>
                <a:path w="3393970" h="2776353">
                  <a:moveTo>
                    <a:pt x="0" y="0"/>
                  </a:moveTo>
                  <a:lnTo>
                    <a:pt x="3393970" y="0"/>
                  </a:lnTo>
                  <a:lnTo>
                    <a:pt x="3393970" y="2776353"/>
                  </a:lnTo>
                  <a:lnTo>
                    <a:pt x="0" y="2776353"/>
                  </a:lnTo>
                  <a:close/>
                </a:path>
              </a:pathLst>
            </a:custGeom>
            <a:solidFill>
              <a:srgbClr val="FFFFFF"/>
            </a:solidFill>
          </p:spPr>
        </p:sp>
        <p:sp>
          <p:nvSpPr>
            <p:cNvPr id="5" name="TextBox 5"/>
            <p:cNvSpPr txBox="1"/>
            <p:nvPr/>
          </p:nvSpPr>
          <p:spPr>
            <a:xfrm>
              <a:off x="0" y="28575"/>
              <a:ext cx="3393970" cy="2747778"/>
            </a:xfrm>
            <a:prstGeom prst="rect">
              <a:avLst/>
            </a:prstGeom>
          </p:spPr>
          <p:txBody>
            <a:bodyPr lIns="50800" tIns="50800" rIns="50800" bIns="50800" rtlCol="0" anchor="ctr"/>
            <a:lstStyle/>
            <a:p>
              <a:pPr algn="ctr">
                <a:lnSpc>
                  <a:spcPts val="2199"/>
                </a:lnSpc>
              </a:pPr>
              <a:endParaRPr/>
            </a:p>
          </p:txBody>
        </p:sp>
      </p:grpSp>
      <p:sp>
        <p:nvSpPr>
          <p:cNvPr id="6" name="Freeform 6"/>
          <p:cNvSpPr/>
          <p:nvPr/>
        </p:nvSpPr>
        <p:spPr>
          <a:xfrm rot="-3175321">
            <a:off x="-1366085" y="204359"/>
            <a:ext cx="4223237" cy="2111619"/>
          </a:xfrm>
          <a:custGeom>
            <a:avLst/>
            <a:gdLst/>
            <a:ahLst/>
            <a:cxnLst/>
            <a:rect l="l" t="t" r="r" b="b"/>
            <a:pathLst>
              <a:path w="4223237" h="2111619">
                <a:moveTo>
                  <a:pt x="0" y="0"/>
                </a:moveTo>
                <a:lnTo>
                  <a:pt x="4223237" y="0"/>
                </a:lnTo>
                <a:lnTo>
                  <a:pt x="4223237" y="2111619"/>
                </a:lnTo>
                <a:lnTo>
                  <a:pt x="0" y="21116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5400000">
            <a:off x="14383642" y="-23805"/>
            <a:ext cx="1283303" cy="2057400"/>
          </a:xfrm>
          <a:custGeom>
            <a:avLst/>
            <a:gdLst/>
            <a:ahLst/>
            <a:cxnLst/>
            <a:rect l="l" t="t" r="r" b="b"/>
            <a:pathLst>
              <a:path w="1283303" h="2057400">
                <a:moveTo>
                  <a:pt x="0" y="0"/>
                </a:moveTo>
                <a:lnTo>
                  <a:pt x="1283303" y="0"/>
                </a:lnTo>
                <a:lnTo>
                  <a:pt x="1283303"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16053994" y="5566620"/>
            <a:ext cx="3303043" cy="5191423"/>
          </a:xfrm>
          <a:custGeom>
            <a:avLst/>
            <a:gdLst/>
            <a:ahLst/>
            <a:cxnLst/>
            <a:rect l="l" t="t" r="r" b="b"/>
            <a:pathLst>
              <a:path w="3303043" h="5191423">
                <a:moveTo>
                  <a:pt x="0" y="0"/>
                </a:moveTo>
                <a:lnTo>
                  <a:pt x="3303043" y="0"/>
                </a:lnTo>
                <a:lnTo>
                  <a:pt x="3303043" y="5191424"/>
                </a:lnTo>
                <a:lnTo>
                  <a:pt x="0" y="519142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rot="-65078">
            <a:off x="14365347" y="6334638"/>
            <a:ext cx="2868486" cy="2717890"/>
          </a:xfrm>
          <a:custGeom>
            <a:avLst/>
            <a:gdLst/>
            <a:ahLst/>
            <a:cxnLst/>
            <a:rect l="l" t="t" r="r" b="b"/>
            <a:pathLst>
              <a:path w="2868486" h="2717890">
                <a:moveTo>
                  <a:pt x="0" y="0"/>
                </a:moveTo>
                <a:lnTo>
                  <a:pt x="2868486" y="0"/>
                </a:lnTo>
                <a:lnTo>
                  <a:pt x="2868486" y="2717891"/>
                </a:lnTo>
                <a:lnTo>
                  <a:pt x="0" y="2717891"/>
                </a:lnTo>
                <a:lnTo>
                  <a:pt x="0" y="0"/>
                </a:lnTo>
                <a:close/>
              </a:path>
            </a:pathLst>
          </a:custGeom>
          <a:blipFill>
            <a:blip r:embed="rId9"/>
            <a:stretch>
              <a:fillRect/>
            </a:stretch>
          </a:blipFill>
        </p:spPr>
      </p:sp>
      <p:sp>
        <p:nvSpPr>
          <p:cNvPr id="10" name="Freeform 10"/>
          <p:cNvSpPr/>
          <p:nvPr/>
        </p:nvSpPr>
        <p:spPr>
          <a:xfrm rot="447624">
            <a:off x="-370159" y="7474875"/>
            <a:ext cx="5007706" cy="2497593"/>
          </a:xfrm>
          <a:custGeom>
            <a:avLst/>
            <a:gdLst/>
            <a:ahLst/>
            <a:cxnLst/>
            <a:rect l="l" t="t" r="r" b="b"/>
            <a:pathLst>
              <a:path w="5007706" h="2497593">
                <a:moveTo>
                  <a:pt x="0" y="0"/>
                </a:moveTo>
                <a:lnTo>
                  <a:pt x="5007706" y="0"/>
                </a:lnTo>
                <a:lnTo>
                  <a:pt x="5007706" y="2497593"/>
                </a:lnTo>
                <a:lnTo>
                  <a:pt x="0" y="2497593"/>
                </a:lnTo>
                <a:lnTo>
                  <a:pt x="0" y="0"/>
                </a:lnTo>
                <a:close/>
              </a:path>
            </a:pathLst>
          </a:custGeom>
          <a:blipFill>
            <a:blip r:embed="rId10"/>
            <a:stretch>
              <a:fillRect/>
            </a:stretch>
          </a:blipFill>
        </p:spPr>
      </p:sp>
      <p:sp>
        <p:nvSpPr>
          <p:cNvPr id="11" name="TextBox 11"/>
          <p:cNvSpPr txBox="1"/>
          <p:nvPr/>
        </p:nvSpPr>
        <p:spPr>
          <a:xfrm>
            <a:off x="3591842" y="3495675"/>
            <a:ext cx="11104317" cy="3209925"/>
          </a:xfrm>
          <a:prstGeom prst="rect">
            <a:avLst/>
          </a:prstGeom>
        </p:spPr>
        <p:txBody>
          <a:bodyPr lIns="0" tIns="0" rIns="0" bIns="0" rtlCol="0" anchor="t">
            <a:spAutoFit/>
          </a:bodyPr>
          <a:lstStyle/>
          <a:p>
            <a:pPr algn="just">
              <a:lnSpc>
                <a:spcPts val="4200"/>
              </a:lnSpc>
            </a:pPr>
            <a:r>
              <a:rPr lang="en-US" sz="3000">
                <a:solidFill>
                  <a:srgbClr val="2B5796"/>
                </a:solidFill>
                <a:latin typeface="Poppins"/>
                <a:ea typeface="Poppins"/>
                <a:cs typeface="Poppins"/>
                <a:sym typeface="Poppins"/>
              </a:rPr>
              <a:t>Managing student grades manually can be time-consuming and prone to errors. Teachers or staff may find it hard to keep records organized, calculate averages, or update student data quickly. This program helps solve these issues with a simple and clear system.</a:t>
            </a:r>
          </a:p>
          <a:p>
            <a:pPr algn="just">
              <a:lnSpc>
                <a:spcPts val="4200"/>
              </a:lnSpc>
            </a:pPr>
            <a:endParaRPr lang="en-US" sz="3000">
              <a:solidFill>
                <a:srgbClr val="2B5796"/>
              </a:solidFill>
              <a:latin typeface="Poppins"/>
              <a:ea typeface="Poppins"/>
              <a:cs typeface="Poppins"/>
              <a:sym typeface="Poppins"/>
            </a:endParaRPr>
          </a:p>
        </p:txBody>
      </p:sp>
      <p:sp>
        <p:nvSpPr>
          <p:cNvPr id="12" name="TextBox 12"/>
          <p:cNvSpPr txBox="1"/>
          <p:nvPr/>
        </p:nvSpPr>
        <p:spPr>
          <a:xfrm>
            <a:off x="4580589" y="1913247"/>
            <a:ext cx="9126822" cy="793750"/>
          </a:xfrm>
          <a:prstGeom prst="rect">
            <a:avLst/>
          </a:prstGeom>
        </p:spPr>
        <p:txBody>
          <a:bodyPr lIns="0" tIns="0" rIns="0" bIns="0" rtlCol="0" anchor="t">
            <a:spAutoFit/>
          </a:bodyPr>
          <a:lstStyle/>
          <a:p>
            <a:pPr algn="ctr">
              <a:lnSpc>
                <a:spcPts val="5599"/>
              </a:lnSpc>
            </a:pPr>
            <a:r>
              <a:rPr lang="en-US" sz="6999" b="1">
                <a:solidFill>
                  <a:srgbClr val="2B5796"/>
                </a:solidFill>
                <a:latin typeface="Fira Sans Heavy"/>
                <a:ea typeface="Fira Sans Heavy"/>
                <a:cs typeface="Fira Sans Heavy"/>
                <a:sym typeface="Fira Sans Heavy"/>
              </a:rPr>
              <a:t>PROBLEM STATEMENT </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622338" y="2532481"/>
            <a:ext cx="19532676" cy="7190957"/>
            <a:chOff x="0" y="0"/>
            <a:chExt cx="26043568" cy="9587942"/>
          </a:xfrm>
        </p:grpSpPr>
        <p:grpSp>
          <p:nvGrpSpPr>
            <p:cNvPr id="4" name="Group 4"/>
            <p:cNvGrpSpPr/>
            <p:nvPr/>
          </p:nvGrpSpPr>
          <p:grpSpPr>
            <a:xfrm>
              <a:off x="0" y="0"/>
              <a:ext cx="12484499" cy="9587942"/>
              <a:chOff x="0" y="0"/>
              <a:chExt cx="2466074" cy="1893915"/>
            </a:xfrm>
          </p:grpSpPr>
          <p:sp>
            <p:nvSpPr>
              <p:cNvPr id="5" name="Freeform 5"/>
              <p:cNvSpPr/>
              <p:nvPr/>
            </p:nvSpPr>
            <p:spPr>
              <a:xfrm>
                <a:off x="0" y="0"/>
                <a:ext cx="2466074" cy="1893915"/>
              </a:xfrm>
              <a:custGeom>
                <a:avLst/>
                <a:gdLst/>
                <a:ahLst/>
                <a:cxnLst/>
                <a:rect l="l" t="t" r="r" b="b"/>
                <a:pathLst>
                  <a:path w="2466074" h="1893915">
                    <a:moveTo>
                      <a:pt x="0" y="0"/>
                    </a:moveTo>
                    <a:lnTo>
                      <a:pt x="2466074" y="0"/>
                    </a:lnTo>
                    <a:lnTo>
                      <a:pt x="2466074" y="1893915"/>
                    </a:lnTo>
                    <a:lnTo>
                      <a:pt x="0" y="1893915"/>
                    </a:lnTo>
                    <a:close/>
                  </a:path>
                </a:pathLst>
              </a:custGeom>
              <a:solidFill>
                <a:srgbClr val="FFFFFF"/>
              </a:solidFill>
            </p:spPr>
          </p:sp>
          <p:sp>
            <p:nvSpPr>
              <p:cNvPr id="6" name="TextBox 6"/>
              <p:cNvSpPr txBox="1"/>
              <p:nvPr/>
            </p:nvSpPr>
            <p:spPr>
              <a:xfrm>
                <a:off x="0" y="28575"/>
                <a:ext cx="2466074" cy="1865340"/>
              </a:xfrm>
              <a:prstGeom prst="rect">
                <a:avLst/>
              </a:prstGeom>
            </p:spPr>
            <p:txBody>
              <a:bodyPr lIns="50800" tIns="50800" rIns="50800" bIns="50800" rtlCol="0" anchor="ctr"/>
              <a:lstStyle/>
              <a:p>
                <a:pPr algn="ctr">
                  <a:lnSpc>
                    <a:spcPts val="2199"/>
                  </a:lnSpc>
                </a:pPr>
                <a:endParaRPr/>
              </a:p>
            </p:txBody>
          </p:sp>
        </p:grpSp>
        <p:grpSp>
          <p:nvGrpSpPr>
            <p:cNvPr id="7" name="Group 7"/>
            <p:cNvGrpSpPr/>
            <p:nvPr/>
          </p:nvGrpSpPr>
          <p:grpSpPr>
            <a:xfrm>
              <a:off x="13559069" y="0"/>
              <a:ext cx="12484499" cy="9587942"/>
              <a:chOff x="0" y="0"/>
              <a:chExt cx="2466074" cy="1893915"/>
            </a:xfrm>
          </p:grpSpPr>
          <p:sp>
            <p:nvSpPr>
              <p:cNvPr id="8" name="Freeform 8"/>
              <p:cNvSpPr/>
              <p:nvPr/>
            </p:nvSpPr>
            <p:spPr>
              <a:xfrm>
                <a:off x="0" y="0"/>
                <a:ext cx="2466074" cy="1893915"/>
              </a:xfrm>
              <a:custGeom>
                <a:avLst/>
                <a:gdLst/>
                <a:ahLst/>
                <a:cxnLst/>
                <a:rect l="l" t="t" r="r" b="b"/>
                <a:pathLst>
                  <a:path w="2466074" h="1893915">
                    <a:moveTo>
                      <a:pt x="0" y="0"/>
                    </a:moveTo>
                    <a:lnTo>
                      <a:pt x="2466074" y="0"/>
                    </a:lnTo>
                    <a:lnTo>
                      <a:pt x="2466074" y="1893915"/>
                    </a:lnTo>
                    <a:lnTo>
                      <a:pt x="0" y="1893915"/>
                    </a:lnTo>
                    <a:close/>
                  </a:path>
                </a:pathLst>
              </a:custGeom>
              <a:solidFill>
                <a:srgbClr val="FFFFFF"/>
              </a:solidFill>
            </p:spPr>
          </p:sp>
          <p:sp>
            <p:nvSpPr>
              <p:cNvPr id="9" name="TextBox 9"/>
              <p:cNvSpPr txBox="1"/>
              <p:nvPr/>
            </p:nvSpPr>
            <p:spPr>
              <a:xfrm>
                <a:off x="0" y="28575"/>
                <a:ext cx="2466074" cy="1865340"/>
              </a:xfrm>
              <a:prstGeom prst="rect">
                <a:avLst/>
              </a:prstGeom>
            </p:spPr>
            <p:txBody>
              <a:bodyPr lIns="50800" tIns="50800" rIns="50800" bIns="50800" rtlCol="0" anchor="ctr"/>
              <a:lstStyle/>
              <a:p>
                <a:pPr algn="ctr">
                  <a:lnSpc>
                    <a:spcPts val="2199"/>
                  </a:lnSpc>
                </a:pPr>
                <a:endParaRPr/>
              </a:p>
            </p:txBody>
          </p:sp>
        </p:grpSp>
      </p:grpSp>
      <p:sp>
        <p:nvSpPr>
          <p:cNvPr id="10" name="Freeform 10"/>
          <p:cNvSpPr/>
          <p:nvPr/>
        </p:nvSpPr>
        <p:spPr>
          <a:xfrm>
            <a:off x="2216658" y="-642732"/>
            <a:ext cx="4223237" cy="2111619"/>
          </a:xfrm>
          <a:custGeom>
            <a:avLst/>
            <a:gdLst/>
            <a:ahLst/>
            <a:cxnLst/>
            <a:rect l="l" t="t" r="r" b="b"/>
            <a:pathLst>
              <a:path w="4223237" h="2111619">
                <a:moveTo>
                  <a:pt x="0" y="0"/>
                </a:moveTo>
                <a:lnTo>
                  <a:pt x="4223237" y="0"/>
                </a:lnTo>
                <a:lnTo>
                  <a:pt x="4223237" y="2111619"/>
                </a:lnTo>
                <a:lnTo>
                  <a:pt x="0" y="21116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2750951" y="6127960"/>
            <a:ext cx="3303043" cy="5191423"/>
          </a:xfrm>
          <a:custGeom>
            <a:avLst/>
            <a:gdLst/>
            <a:ahLst/>
            <a:cxnLst/>
            <a:rect l="l" t="t" r="r" b="b"/>
            <a:pathLst>
              <a:path w="3303043" h="5191423">
                <a:moveTo>
                  <a:pt x="0" y="0"/>
                </a:moveTo>
                <a:lnTo>
                  <a:pt x="3303043" y="0"/>
                </a:lnTo>
                <a:lnTo>
                  <a:pt x="3303043" y="5191423"/>
                </a:lnTo>
                <a:lnTo>
                  <a:pt x="0" y="51914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a:off x="-1746091" y="-187185"/>
            <a:ext cx="3492182" cy="3439800"/>
          </a:xfrm>
          <a:custGeom>
            <a:avLst/>
            <a:gdLst/>
            <a:ahLst/>
            <a:cxnLst/>
            <a:rect l="l" t="t" r="r" b="b"/>
            <a:pathLst>
              <a:path w="3492182" h="3439800">
                <a:moveTo>
                  <a:pt x="0" y="0"/>
                </a:moveTo>
                <a:lnTo>
                  <a:pt x="3492182" y="0"/>
                </a:lnTo>
                <a:lnTo>
                  <a:pt x="3492182" y="3439800"/>
                </a:lnTo>
                <a:lnTo>
                  <a:pt x="0" y="3439800"/>
                </a:lnTo>
                <a:lnTo>
                  <a:pt x="0" y="0"/>
                </a:lnTo>
                <a:close/>
              </a:path>
            </a:pathLst>
          </a:custGeom>
          <a:blipFill>
            <a:blip r:embed="rId7"/>
            <a:stretch>
              <a:fillRect/>
            </a:stretch>
          </a:blipFill>
        </p:spPr>
      </p:sp>
      <p:sp>
        <p:nvSpPr>
          <p:cNvPr id="13" name="Freeform 13"/>
          <p:cNvSpPr/>
          <p:nvPr/>
        </p:nvSpPr>
        <p:spPr>
          <a:xfrm rot="-1683521">
            <a:off x="12747643" y="2135036"/>
            <a:ext cx="1498404" cy="1039518"/>
          </a:xfrm>
          <a:custGeom>
            <a:avLst/>
            <a:gdLst/>
            <a:ahLst/>
            <a:cxnLst/>
            <a:rect l="l" t="t" r="r" b="b"/>
            <a:pathLst>
              <a:path w="1498404" h="1039518">
                <a:moveTo>
                  <a:pt x="0" y="0"/>
                </a:moveTo>
                <a:lnTo>
                  <a:pt x="1498404" y="0"/>
                </a:lnTo>
                <a:lnTo>
                  <a:pt x="1498404" y="1039518"/>
                </a:lnTo>
                <a:lnTo>
                  <a:pt x="0" y="1039518"/>
                </a:lnTo>
                <a:lnTo>
                  <a:pt x="0" y="0"/>
                </a:lnTo>
                <a:close/>
              </a:path>
            </a:pathLst>
          </a:custGeom>
          <a:blipFill>
            <a:blip r:embed="rId8"/>
            <a:stretch>
              <a:fillRect/>
            </a:stretch>
          </a:blipFill>
        </p:spPr>
      </p:sp>
      <p:sp>
        <p:nvSpPr>
          <p:cNvPr id="14" name="Freeform 14"/>
          <p:cNvSpPr/>
          <p:nvPr/>
        </p:nvSpPr>
        <p:spPr>
          <a:xfrm rot="-1057668">
            <a:off x="7734788" y="7693029"/>
            <a:ext cx="1543845" cy="1238935"/>
          </a:xfrm>
          <a:custGeom>
            <a:avLst/>
            <a:gdLst/>
            <a:ahLst/>
            <a:cxnLst/>
            <a:rect l="l" t="t" r="r" b="b"/>
            <a:pathLst>
              <a:path w="1543845" h="1238935">
                <a:moveTo>
                  <a:pt x="0" y="0"/>
                </a:moveTo>
                <a:lnTo>
                  <a:pt x="1543845" y="0"/>
                </a:lnTo>
                <a:lnTo>
                  <a:pt x="1543845" y="1238936"/>
                </a:lnTo>
                <a:lnTo>
                  <a:pt x="0" y="1238936"/>
                </a:lnTo>
                <a:lnTo>
                  <a:pt x="0" y="0"/>
                </a:lnTo>
                <a:close/>
              </a:path>
            </a:pathLst>
          </a:custGeom>
          <a:blipFill>
            <a:blip r:embed="rId9"/>
            <a:stretch>
              <a:fillRect/>
            </a:stretch>
          </a:blipFill>
        </p:spPr>
      </p:sp>
      <p:sp>
        <p:nvSpPr>
          <p:cNvPr id="15" name="Freeform 15"/>
          <p:cNvSpPr/>
          <p:nvPr/>
        </p:nvSpPr>
        <p:spPr>
          <a:xfrm>
            <a:off x="16349046" y="9072550"/>
            <a:ext cx="1238023" cy="1053867"/>
          </a:xfrm>
          <a:custGeom>
            <a:avLst/>
            <a:gdLst/>
            <a:ahLst/>
            <a:cxnLst/>
            <a:rect l="l" t="t" r="r" b="b"/>
            <a:pathLst>
              <a:path w="1238023" h="1053867">
                <a:moveTo>
                  <a:pt x="0" y="0"/>
                </a:moveTo>
                <a:lnTo>
                  <a:pt x="1238023" y="0"/>
                </a:lnTo>
                <a:lnTo>
                  <a:pt x="1238023" y="1053867"/>
                </a:lnTo>
                <a:lnTo>
                  <a:pt x="0" y="1053867"/>
                </a:lnTo>
                <a:lnTo>
                  <a:pt x="0" y="0"/>
                </a:lnTo>
                <a:close/>
              </a:path>
            </a:pathLst>
          </a:custGeom>
          <a:blipFill>
            <a:blip r:embed="rId10"/>
            <a:stretch>
              <a:fillRect/>
            </a:stretch>
          </a:blipFill>
        </p:spPr>
      </p:sp>
      <p:sp>
        <p:nvSpPr>
          <p:cNvPr id="16" name="Freeform 16"/>
          <p:cNvSpPr/>
          <p:nvPr/>
        </p:nvSpPr>
        <p:spPr>
          <a:xfrm rot="-2143218">
            <a:off x="-807200" y="7906553"/>
            <a:ext cx="2966928" cy="2811164"/>
          </a:xfrm>
          <a:custGeom>
            <a:avLst/>
            <a:gdLst/>
            <a:ahLst/>
            <a:cxnLst/>
            <a:rect l="l" t="t" r="r" b="b"/>
            <a:pathLst>
              <a:path w="2966928" h="2811164">
                <a:moveTo>
                  <a:pt x="0" y="0"/>
                </a:moveTo>
                <a:lnTo>
                  <a:pt x="2966928" y="0"/>
                </a:lnTo>
                <a:lnTo>
                  <a:pt x="2966928" y="2811164"/>
                </a:lnTo>
                <a:lnTo>
                  <a:pt x="0" y="2811164"/>
                </a:lnTo>
                <a:lnTo>
                  <a:pt x="0" y="0"/>
                </a:lnTo>
                <a:close/>
              </a:path>
            </a:pathLst>
          </a:custGeom>
          <a:blipFill>
            <a:blip r:embed="rId11"/>
            <a:stretch>
              <a:fillRect/>
            </a:stretch>
          </a:blipFill>
        </p:spPr>
      </p:sp>
      <p:sp>
        <p:nvSpPr>
          <p:cNvPr id="17" name="Freeform 17"/>
          <p:cNvSpPr/>
          <p:nvPr/>
        </p:nvSpPr>
        <p:spPr>
          <a:xfrm>
            <a:off x="1746091" y="5293304"/>
            <a:ext cx="3511274" cy="3373822"/>
          </a:xfrm>
          <a:custGeom>
            <a:avLst/>
            <a:gdLst/>
            <a:ahLst/>
            <a:cxnLst/>
            <a:rect l="l" t="t" r="r" b="b"/>
            <a:pathLst>
              <a:path w="3511274" h="3373822">
                <a:moveTo>
                  <a:pt x="0" y="0"/>
                </a:moveTo>
                <a:lnTo>
                  <a:pt x="3511275" y="0"/>
                </a:lnTo>
                <a:lnTo>
                  <a:pt x="3511275" y="3373823"/>
                </a:lnTo>
                <a:lnTo>
                  <a:pt x="0" y="3373823"/>
                </a:lnTo>
                <a:lnTo>
                  <a:pt x="0" y="0"/>
                </a:lnTo>
                <a:close/>
              </a:path>
            </a:pathLst>
          </a:custGeom>
          <a:blipFill>
            <a:blip r:embed="rId12"/>
            <a:stretch>
              <a:fillRect/>
            </a:stretch>
          </a:blipFill>
        </p:spPr>
      </p:sp>
      <p:sp>
        <p:nvSpPr>
          <p:cNvPr id="18" name="TextBox 18"/>
          <p:cNvSpPr txBox="1"/>
          <p:nvPr/>
        </p:nvSpPr>
        <p:spPr>
          <a:xfrm>
            <a:off x="4933310" y="1422698"/>
            <a:ext cx="8421379" cy="920751"/>
          </a:xfrm>
          <a:prstGeom prst="rect">
            <a:avLst/>
          </a:prstGeom>
        </p:spPr>
        <p:txBody>
          <a:bodyPr lIns="0" tIns="0" rIns="0" bIns="0" rtlCol="0" anchor="t">
            <a:spAutoFit/>
          </a:bodyPr>
          <a:lstStyle/>
          <a:p>
            <a:pPr algn="ctr">
              <a:lnSpc>
                <a:spcPts val="6400"/>
              </a:lnSpc>
            </a:pPr>
            <a:r>
              <a:rPr lang="en-US" sz="8000" b="1">
                <a:solidFill>
                  <a:srgbClr val="2B5796"/>
                </a:solidFill>
                <a:latin typeface="Fira Sans Heavy"/>
                <a:ea typeface="Fira Sans Heavy"/>
                <a:cs typeface="Fira Sans Heavy"/>
                <a:sym typeface="Fira Sans Heavy"/>
              </a:rPr>
              <a:t>IMPLEMENTATION</a:t>
            </a:r>
          </a:p>
        </p:txBody>
      </p:sp>
      <p:sp>
        <p:nvSpPr>
          <p:cNvPr id="19" name="TextBox 19"/>
          <p:cNvSpPr txBox="1"/>
          <p:nvPr/>
        </p:nvSpPr>
        <p:spPr>
          <a:xfrm>
            <a:off x="10431034" y="3380147"/>
            <a:ext cx="6828266" cy="4810125"/>
          </a:xfrm>
          <a:prstGeom prst="rect">
            <a:avLst/>
          </a:prstGeom>
        </p:spPr>
        <p:txBody>
          <a:bodyPr lIns="0" tIns="0" rIns="0" bIns="0" rtlCol="0" anchor="t">
            <a:spAutoFit/>
          </a:bodyPr>
          <a:lstStyle/>
          <a:p>
            <a:pPr algn="just">
              <a:lnSpc>
                <a:spcPts val="4200"/>
              </a:lnSpc>
            </a:pPr>
            <a:r>
              <a:rPr lang="en-US" sz="3000" dirty="0">
                <a:solidFill>
                  <a:srgbClr val="2B5796"/>
                </a:solidFill>
                <a:latin typeface="Poppins"/>
                <a:ea typeface="Poppins"/>
                <a:cs typeface="Poppins"/>
                <a:sym typeface="Poppins"/>
              </a:rPr>
              <a:t>Using concept such as</a:t>
            </a:r>
          </a:p>
          <a:p>
            <a:pPr marL="647700" lvl="1" indent="-323850" algn="just">
              <a:lnSpc>
                <a:spcPts val="4200"/>
              </a:lnSpc>
              <a:buFont typeface="Arial"/>
              <a:buChar char="•"/>
            </a:pPr>
            <a:r>
              <a:rPr lang="en-US" sz="3000" dirty="0">
                <a:solidFill>
                  <a:srgbClr val="2B5796"/>
                </a:solidFill>
                <a:latin typeface="Poppins"/>
                <a:ea typeface="Poppins"/>
                <a:cs typeface="Poppins"/>
                <a:sym typeface="Poppins"/>
              </a:rPr>
              <a:t>   loops</a:t>
            </a:r>
          </a:p>
          <a:p>
            <a:pPr marL="647700" lvl="1" indent="-323850" algn="just">
              <a:lnSpc>
                <a:spcPts val="4200"/>
              </a:lnSpc>
              <a:buFont typeface="Arial"/>
              <a:buChar char="•"/>
            </a:pPr>
            <a:r>
              <a:rPr lang="en-US" sz="3000" dirty="0">
                <a:solidFill>
                  <a:srgbClr val="2B5796"/>
                </a:solidFill>
                <a:latin typeface="Poppins"/>
                <a:ea typeface="Poppins"/>
                <a:cs typeface="Poppins"/>
                <a:sym typeface="Poppins"/>
              </a:rPr>
              <a:t>   Functions</a:t>
            </a:r>
          </a:p>
          <a:p>
            <a:pPr marL="647700" lvl="1" indent="-323850" algn="just">
              <a:lnSpc>
                <a:spcPts val="4200"/>
              </a:lnSpc>
              <a:buFont typeface="Arial"/>
              <a:buChar char="•"/>
            </a:pPr>
            <a:r>
              <a:rPr lang="en-US" sz="3000">
                <a:solidFill>
                  <a:srgbClr val="2B5796"/>
                </a:solidFill>
                <a:latin typeface="Poppins"/>
                <a:ea typeface="Poppins"/>
                <a:cs typeface="Poppins"/>
                <a:sym typeface="Poppins"/>
              </a:rPr>
              <a:t>   Double linked </a:t>
            </a:r>
            <a:r>
              <a:rPr lang="en-US" sz="3000" dirty="0">
                <a:solidFill>
                  <a:srgbClr val="2B5796"/>
                </a:solidFill>
                <a:latin typeface="Poppins"/>
                <a:ea typeface="Poppins"/>
                <a:cs typeface="Poppins"/>
                <a:sym typeface="Poppins"/>
              </a:rPr>
              <a:t>list</a:t>
            </a:r>
          </a:p>
          <a:p>
            <a:pPr marL="647700" lvl="1" indent="-323850" algn="just">
              <a:lnSpc>
                <a:spcPts val="4200"/>
              </a:lnSpc>
              <a:buFont typeface="Arial"/>
              <a:buChar char="•"/>
            </a:pPr>
            <a:r>
              <a:rPr lang="en-US" sz="3000" dirty="0">
                <a:solidFill>
                  <a:srgbClr val="2B5796"/>
                </a:solidFill>
                <a:latin typeface="Poppins"/>
                <a:ea typeface="Poppins"/>
                <a:cs typeface="Poppins"/>
                <a:sym typeface="Poppins"/>
              </a:rPr>
              <a:t>   file IO (CSV)</a:t>
            </a:r>
          </a:p>
          <a:p>
            <a:pPr marL="647700" lvl="1" indent="-323850" algn="just">
              <a:lnSpc>
                <a:spcPts val="4200"/>
              </a:lnSpc>
              <a:buFont typeface="Arial"/>
              <a:buChar char="•"/>
            </a:pPr>
            <a:r>
              <a:rPr lang="en-US" sz="3000" dirty="0">
                <a:solidFill>
                  <a:srgbClr val="2B5796"/>
                </a:solidFill>
                <a:latin typeface="Poppins"/>
                <a:ea typeface="Poppins"/>
                <a:cs typeface="Poppins"/>
                <a:sym typeface="Poppins"/>
              </a:rPr>
              <a:t>   standard library functions</a:t>
            </a:r>
          </a:p>
          <a:p>
            <a:pPr marL="647700" lvl="1" indent="-323850" algn="just">
              <a:lnSpc>
                <a:spcPts val="4200"/>
              </a:lnSpc>
              <a:buFont typeface="Arial"/>
              <a:buChar char="•"/>
            </a:pPr>
            <a:r>
              <a:rPr lang="en-US" sz="3000" dirty="0">
                <a:solidFill>
                  <a:srgbClr val="2B5796"/>
                </a:solidFill>
                <a:latin typeface="Poppins"/>
                <a:ea typeface="Poppins"/>
                <a:cs typeface="Poppins"/>
                <a:sym typeface="Poppins"/>
              </a:rPr>
              <a:t>   structure</a:t>
            </a:r>
          </a:p>
          <a:p>
            <a:pPr marL="647700" lvl="1" indent="-323850" algn="just">
              <a:lnSpc>
                <a:spcPts val="4200"/>
              </a:lnSpc>
              <a:buFont typeface="Arial"/>
              <a:buChar char="•"/>
            </a:pPr>
            <a:r>
              <a:rPr lang="en-US" sz="3000" dirty="0">
                <a:solidFill>
                  <a:srgbClr val="2B5796"/>
                </a:solidFill>
                <a:latin typeface="Poppins"/>
                <a:ea typeface="Poppins"/>
                <a:cs typeface="Poppins"/>
                <a:sym typeface="Poppins"/>
              </a:rPr>
              <a:t>   color coded  </a:t>
            </a:r>
          </a:p>
          <a:p>
            <a:pPr algn="just">
              <a:lnSpc>
                <a:spcPts val="4200"/>
              </a:lnSpc>
            </a:pPr>
            <a:endParaRPr lang="en-US" sz="3000" dirty="0">
              <a:solidFill>
                <a:srgbClr val="2B5796"/>
              </a:solidFill>
              <a:latin typeface="Poppins"/>
              <a:ea typeface="Poppins"/>
              <a:cs typeface="Poppins"/>
              <a:sym typeface="Poppins"/>
            </a:endParaRPr>
          </a:p>
        </p:txBody>
      </p:sp>
      <p:sp>
        <p:nvSpPr>
          <p:cNvPr id="20" name="TextBox 20"/>
          <p:cNvSpPr txBox="1"/>
          <p:nvPr/>
        </p:nvSpPr>
        <p:spPr>
          <a:xfrm>
            <a:off x="676264" y="3593779"/>
            <a:ext cx="6828266" cy="1076325"/>
          </a:xfrm>
          <a:prstGeom prst="rect">
            <a:avLst/>
          </a:prstGeom>
        </p:spPr>
        <p:txBody>
          <a:bodyPr lIns="0" tIns="0" rIns="0" bIns="0" rtlCol="0" anchor="t">
            <a:spAutoFit/>
          </a:bodyPr>
          <a:lstStyle/>
          <a:p>
            <a:pPr algn="just">
              <a:lnSpc>
                <a:spcPts val="4200"/>
              </a:lnSpc>
            </a:pPr>
            <a:r>
              <a:rPr lang="en-US" sz="3000" b="1">
                <a:solidFill>
                  <a:srgbClr val="2B5796"/>
                </a:solidFill>
                <a:latin typeface="Poppins Heavy"/>
                <a:ea typeface="Poppins Heavy"/>
                <a:cs typeface="Poppins Heavy"/>
                <a:sym typeface="Poppins Heavy"/>
              </a:rPr>
              <a:t>The following codes are written in code::block IDE</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42AD520-8935-4FA3-2F75-40BB283929EE}"/>
              </a:ext>
            </a:extLst>
          </p:cNvPr>
          <p:cNvSpPr/>
          <p:nvPr/>
        </p:nvSpPr>
        <p:spPr>
          <a:xfrm>
            <a:off x="-34119" y="3127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2">
            <a:extLst>
              <a:ext uri="{FF2B5EF4-FFF2-40B4-BE49-F238E27FC236}">
                <a16:creationId xmlns:a16="http://schemas.microsoft.com/office/drawing/2014/main" id="{F6828EFA-E98A-783F-01FA-83B34CFF1A50}"/>
              </a:ext>
            </a:extLst>
          </p:cNvPr>
          <p:cNvSpPr txBox="1"/>
          <p:nvPr/>
        </p:nvSpPr>
        <p:spPr>
          <a:xfrm>
            <a:off x="3733800" y="342900"/>
            <a:ext cx="7391400" cy="1107996"/>
          </a:xfrm>
          <a:prstGeom prst="rect">
            <a:avLst/>
          </a:prstGeom>
          <a:noFill/>
        </p:spPr>
        <p:txBody>
          <a:bodyPr wrap="square" rtlCol="0">
            <a:spAutoFit/>
          </a:bodyPr>
          <a:lstStyle/>
          <a:p>
            <a:r>
              <a:rPr lang="en-US" sz="6600" b="1" dirty="0">
                <a:solidFill>
                  <a:schemeClr val="tx2"/>
                </a:solidFill>
              </a:rPr>
              <a:t>CODE </a:t>
            </a:r>
            <a:r>
              <a:rPr lang="en-US" sz="6600" b="1" dirty="0" err="1">
                <a:solidFill>
                  <a:schemeClr val="tx2"/>
                </a:solidFill>
              </a:rPr>
              <a:t>Explaination</a:t>
            </a:r>
            <a:endParaRPr lang="en-US" sz="6600" b="1" dirty="0">
              <a:solidFill>
                <a:schemeClr val="tx2"/>
              </a:solidFill>
            </a:endParaRPr>
          </a:p>
        </p:txBody>
      </p:sp>
      <p:pic>
        <p:nvPicPr>
          <p:cNvPr id="5" name="Picture 4">
            <a:extLst>
              <a:ext uri="{FF2B5EF4-FFF2-40B4-BE49-F238E27FC236}">
                <a16:creationId xmlns:a16="http://schemas.microsoft.com/office/drawing/2014/main" id="{DF6F99F1-BAEF-7057-A9E3-1385426E8F13}"/>
              </a:ext>
            </a:extLst>
          </p:cNvPr>
          <p:cNvPicPr>
            <a:picLocks noChangeAspect="1"/>
          </p:cNvPicPr>
          <p:nvPr/>
        </p:nvPicPr>
        <p:blipFill>
          <a:blip r:embed="rId3"/>
          <a:stretch>
            <a:fillRect/>
          </a:stretch>
        </p:blipFill>
        <p:spPr>
          <a:xfrm>
            <a:off x="642438" y="1780578"/>
            <a:ext cx="3924015" cy="8139070"/>
          </a:xfrm>
          <a:prstGeom prst="rect">
            <a:avLst/>
          </a:prstGeom>
        </p:spPr>
      </p:pic>
      <p:pic>
        <p:nvPicPr>
          <p:cNvPr id="7" name="Picture 6">
            <a:extLst>
              <a:ext uri="{FF2B5EF4-FFF2-40B4-BE49-F238E27FC236}">
                <a16:creationId xmlns:a16="http://schemas.microsoft.com/office/drawing/2014/main" id="{5E3CBDB7-C9E7-FDA2-2675-E1664152501C}"/>
              </a:ext>
            </a:extLst>
          </p:cNvPr>
          <p:cNvPicPr>
            <a:picLocks noChangeAspect="1"/>
          </p:cNvPicPr>
          <p:nvPr/>
        </p:nvPicPr>
        <p:blipFill>
          <a:blip r:embed="rId4"/>
          <a:stretch>
            <a:fillRect/>
          </a:stretch>
        </p:blipFill>
        <p:spPr>
          <a:xfrm>
            <a:off x="4984980" y="2705100"/>
            <a:ext cx="4124901" cy="5992061"/>
          </a:xfrm>
          <a:prstGeom prst="rect">
            <a:avLst/>
          </a:prstGeom>
        </p:spPr>
      </p:pic>
      <p:pic>
        <p:nvPicPr>
          <p:cNvPr id="9" name="Picture 8">
            <a:extLst>
              <a:ext uri="{FF2B5EF4-FFF2-40B4-BE49-F238E27FC236}">
                <a16:creationId xmlns:a16="http://schemas.microsoft.com/office/drawing/2014/main" id="{C30B47F1-8329-4E45-AB05-437146C32276}"/>
              </a:ext>
            </a:extLst>
          </p:cNvPr>
          <p:cNvPicPr>
            <a:picLocks noChangeAspect="1"/>
          </p:cNvPicPr>
          <p:nvPr/>
        </p:nvPicPr>
        <p:blipFill>
          <a:blip r:embed="rId5"/>
          <a:stretch>
            <a:fillRect/>
          </a:stretch>
        </p:blipFill>
        <p:spPr>
          <a:xfrm>
            <a:off x="9510211" y="3086100"/>
            <a:ext cx="8068913" cy="4315184"/>
          </a:xfrm>
          <a:prstGeom prst="rect">
            <a:avLst/>
          </a:prstGeom>
        </p:spPr>
      </p:pic>
      <p:sp>
        <p:nvSpPr>
          <p:cNvPr id="11" name="TextBox 10">
            <a:extLst>
              <a:ext uri="{FF2B5EF4-FFF2-40B4-BE49-F238E27FC236}">
                <a16:creationId xmlns:a16="http://schemas.microsoft.com/office/drawing/2014/main" id="{5DC19112-5203-27E6-C3BC-D6083B29B75E}"/>
              </a:ext>
            </a:extLst>
          </p:cNvPr>
          <p:cNvSpPr txBox="1"/>
          <p:nvPr/>
        </p:nvSpPr>
        <p:spPr>
          <a:xfrm>
            <a:off x="656086" y="947635"/>
            <a:ext cx="1828800" cy="769441"/>
          </a:xfrm>
          <a:prstGeom prst="rect">
            <a:avLst/>
          </a:prstGeom>
          <a:noFill/>
        </p:spPr>
        <p:txBody>
          <a:bodyPr wrap="square" rtlCol="0">
            <a:spAutoFit/>
          </a:bodyPr>
          <a:lstStyle/>
          <a:p>
            <a:r>
              <a:rPr lang="en-US" sz="4400" dirty="0">
                <a:solidFill>
                  <a:schemeClr val="tx2"/>
                </a:solidFill>
                <a:latin typeface="Aptos" panose="020B0004020202020204" pitchFamily="34" charset="0"/>
              </a:rPr>
              <a:t>Struct</a:t>
            </a:r>
            <a:r>
              <a:rPr lang="en-US" dirty="0">
                <a:solidFill>
                  <a:schemeClr val="tx2"/>
                </a:solidFill>
              </a:rPr>
              <a:t> </a:t>
            </a:r>
          </a:p>
        </p:txBody>
      </p:sp>
      <p:sp>
        <p:nvSpPr>
          <p:cNvPr id="12" name="TextBox 11">
            <a:extLst>
              <a:ext uri="{FF2B5EF4-FFF2-40B4-BE49-F238E27FC236}">
                <a16:creationId xmlns:a16="http://schemas.microsoft.com/office/drawing/2014/main" id="{0C6A5910-FBCE-5AE7-ADB8-EE3DBD0584A2}"/>
              </a:ext>
            </a:extLst>
          </p:cNvPr>
          <p:cNvSpPr txBox="1"/>
          <p:nvPr/>
        </p:nvSpPr>
        <p:spPr>
          <a:xfrm>
            <a:off x="10744200" y="2447726"/>
            <a:ext cx="4724400" cy="461665"/>
          </a:xfrm>
          <a:prstGeom prst="rect">
            <a:avLst/>
          </a:prstGeom>
          <a:noFill/>
        </p:spPr>
        <p:txBody>
          <a:bodyPr wrap="square" rtlCol="0">
            <a:spAutoFit/>
          </a:bodyPr>
          <a:lstStyle/>
          <a:p>
            <a:r>
              <a:rPr lang="en-US" sz="2400" b="1" dirty="0">
                <a:solidFill>
                  <a:schemeClr val="tx2"/>
                </a:solidFill>
                <a:latin typeface="Aptos" panose="020B0004020202020204" pitchFamily="34" charset="0"/>
              </a:rPr>
              <a:t>Void </a:t>
            </a:r>
            <a:r>
              <a:rPr lang="en-US" sz="2400" b="1" dirty="0" err="1">
                <a:solidFill>
                  <a:schemeClr val="tx2"/>
                </a:solidFill>
                <a:latin typeface="Aptos" panose="020B0004020202020204" pitchFamily="34" charset="0"/>
              </a:rPr>
              <a:t>InputStudent_information</a:t>
            </a:r>
            <a:endParaRPr lang="en-US" sz="2400" b="1" dirty="0">
              <a:solidFill>
                <a:schemeClr val="tx2"/>
              </a:solidFill>
              <a:latin typeface="Aptos" panose="020B0004020202020204" pitchFamily="34" charset="0"/>
            </a:endParaRPr>
          </a:p>
        </p:txBody>
      </p:sp>
    </p:spTree>
    <p:extLst>
      <p:ext uri="{BB962C8B-B14F-4D97-AF65-F5344CB8AC3E}">
        <p14:creationId xmlns:p14="http://schemas.microsoft.com/office/powerpoint/2010/main" val="1756498135"/>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42AD520-8935-4FA3-2F75-40BB283929EE}"/>
              </a:ext>
            </a:extLst>
          </p:cNvPr>
          <p:cNvSpPr/>
          <p:nvPr/>
        </p:nvSpPr>
        <p:spPr>
          <a:xfrm>
            <a:off x="-34119"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2">
            <a:extLst>
              <a:ext uri="{FF2B5EF4-FFF2-40B4-BE49-F238E27FC236}">
                <a16:creationId xmlns:a16="http://schemas.microsoft.com/office/drawing/2014/main" id="{F6828EFA-E98A-783F-01FA-83B34CFF1A50}"/>
              </a:ext>
            </a:extLst>
          </p:cNvPr>
          <p:cNvSpPr txBox="1"/>
          <p:nvPr/>
        </p:nvSpPr>
        <p:spPr>
          <a:xfrm>
            <a:off x="3733800" y="342900"/>
            <a:ext cx="7391400" cy="1107996"/>
          </a:xfrm>
          <a:prstGeom prst="rect">
            <a:avLst/>
          </a:prstGeom>
          <a:noFill/>
        </p:spPr>
        <p:txBody>
          <a:bodyPr wrap="square" rtlCol="0">
            <a:spAutoFit/>
          </a:bodyPr>
          <a:lstStyle/>
          <a:p>
            <a:r>
              <a:rPr lang="en-US" sz="6600" b="1" dirty="0">
                <a:solidFill>
                  <a:schemeClr val="tx2"/>
                </a:solidFill>
              </a:rPr>
              <a:t>CODE </a:t>
            </a:r>
            <a:r>
              <a:rPr lang="en-US" sz="6600" b="1" dirty="0" err="1">
                <a:solidFill>
                  <a:schemeClr val="tx2"/>
                </a:solidFill>
              </a:rPr>
              <a:t>Explaination</a:t>
            </a:r>
            <a:endParaRPr lang="en-US" sz="6600" b="1" dirty="0">
              <a:solidFill>
                <a:schemeClr val="tx2"/>
              </a:solidFill>
            </a:endParaRPr>
          </a:p>
        </p:txBody>
      </p:sp>
      <p:pic>
        <p:nvPicPr>
          <p:cNvPr id="8" name="Picture 7">
            <a:extLst>
              <a:ext uri="{FF2B5EF4-FFF2-40B4-BE49-F238E27FC236}">
                <a16:creationId xmlns:a16="http://schemas.microsoft.com/office/drawing/2014/main" id="{C59E214C-ACC4-9A61-7D1D-36D402CDF835}"/>
              </a:ext>
            </a:extLst>
          </p:cNvPr>
          <p:cNvPicPr>
            <a:picLocks noChangeAspect="1"/>
          </p:cNvPicPr>
          <p:nvPr/>
        </p:nvPicPr>
        <p:blipFill>
          <a:blip r:embed="rId3"/>
          <a:stretch>
            <a:fillRect/>
          </a:stretch>
        </p:blipFill>
        <p:spPr>
          <a:xfrm>
            <a:off x="838200" y="4104690"/>
            <a:ext cx="8035560" cy="3452315"/>
          </a:xfrm>
          <a:prstGeom prst="rect">
            <a:avLst/>
          </a:prstGeom>
        </p:spPr>
      </p:pic>
      <p:pic>
        <p:nvPicPr>
          <p:cNvPr id="11" name="Picture 10">
            <a:extLst>
              <a:ext uri="{FF2B5EF4-FFF2-40B4-BE49-F238E27FC236}">
                <a16:creationId xmlns:a16="http://schemas.microsoft.com/office/drawing/2014/main" id="{98191018-E1C2-42AC-5DF4-19D3007BD012}"/>
              </a:ext>
            </a:extLst>
          </p:cNvPr>
          <p:cNvPicPr>
            <a:picLocks noChangeAspect="1"/>
          </p:cNvPicPr>
          <p:nvPr/>
        </p:nvPicPr>
        <p:blipFill>
          <a:blip r:embed="rId4"/>
          <a:stretch>
            <a:fillRect/>
          </a:stretch>
        </p:blipFill>
        <p:spPr>
          <a:xfrm>
            <a:off x="9414242" y="3932038"/>
            <a:ext cx="7620000" cy="3797617"/>
          </a:xfrm>
          <a:prstGeom prst="rect">
            <a:avLst/>
          </a:prstGeom>
        </p:spPr>
      </p:pic>
      <p:sp>
        <p:nvSpPr>
          <p:cNvPr id="12" name="TextBox 11">
            <a:extLst>
              <a:ext uri="{FF2B5EF4-FFF2-40B4-BE49-F238E27FC236}">
                <a16:creationId xmlns:a16="http://schemas.microsoft.com/office/drawing/2014/main" id="{B4415A95-AE1F-E32F-2D16-6D5C949914AB}"/>
              </a:ext>
            </a:extLst>
          </p:cNvPr>
          <p:cNvSpPr txBox="1"/>
          <p:nvPr/>
        </p:nvSpPr>
        <p:spPr>
          <a:xfrm>
            <a:off x="2667000" y="2506801"/>
            <a:ext cx="3581400" cy="461665"/>
          </a:xfrm>
          <a:prstGeom prst="rect">
            <a:avLst/>
          </a:prstGeom>
          <a:noFill/>
        </p:spPr>
        <p:txBody>
          <a:bodyPr wrap="square" rtlCol="0">
            <a:spAutoFit/>
          </a:bodyPr>
          <a:lstStyle/>
          <a:p>
            <a:r>
              <a:rPr lang="en-US" sz="2400" b="1" dirty="0">
                <a:solidFill>
                  <a:schemeClr val="tx2"/>
                </a:solidFill>
                <a:latin typeface="Aptos" panose="020B0004020202020204" pitchFamily="34" charset="0"/>
              </a:rPr>
              <a:t>Void </a:t>
            </a:r>
            <a:r>
              <a:rPr lang="en-US" sz="2400" b="1" dirty="0" err="1">
                <a:solidFill>
                  <a:schemeClr val="tx2"/>
                </a:solidFill>
                <a:latin typeface="Aptos" panose="020B0004020202020204" pitchFamily="34" charset="0"/>
              </a:rPr>
              <a:t>deleteStudentByID</a:t>
            </a:r>
            <a:endParaRPr lang="en-US" sz="2400" b="1" dirty="0">
              <a:solidFill>
                <a:schemeClr val="tx2"/>
              </a:solidFill>
              <a:latin typeface="Aptos" panose="020B0004020202020204" pitchFamily="34" charset="0"/>
            </a:endParaRPr>
          </a:p>
        </p:txBody>
      </p:sp>
      <p:sp>
        <p:nvSpPr>
          <p:cNvPr id="13" name="TextBox 12">
            <a:extLst>
              <a:ext uri="{FF2B5EF4-FFF2-40B4-BE49-F238E27FC236}">
                <a16:creationId xmlns:a16="http://schemas.microsoft.com/office/drawing/2014/main" id="{B53E7941-E18A-363D-6467-767406B1D5FE}"/>
              </a:ext>
            </a:extLst>
          </p:cNvPr>
          <p:cNvSpPr txBox="1"/>
          <p:nvPr/>
        </p:nvSpPr>
        <p:spPr>
          <a:xfrm>
            <a:off x="10287000" y="2506801"/>
            <a:ext cx="3200400" cy="461665"/>
          </a:xfrm>
          <a:prstGeom prst="rect">
            <a:avLst/>
          </a:prstGeom>
          <a:noFill/>
        </p:spPr>
        <p:txBody>
          <a:bodyPr wrap="square" rtlCol="0">
            <a:spAutoFit/>
          </a:bodyPr>
          <a:lstStyle/>
          <a:p>
            <a:r>
              <a:rPr lang="en-US" sz="2400" b="1" dirty="0">
                <a:solidFill>
                  <a:schemeClr val="tx2"/>
                </a:solidFill>
                <a:latin typeface="Aptos" panose="020B0004020202020204" pitchFamily="34" charset="0"/>
              </a:rPr>
              <a:t>Void </a:t>
            </a:r>
            <a:r>
              <a:rPr lang="en-US" sz="2400" b="1" dirty="0" err="1">
                <a:solidFill>
                  <a:schemeClr val="tx2"/>
                </a:solidFill>
                <a:latin typeface="Aptos" panose="020B0004020202020204" pitchFamily="34" charset="0"/>
              </a:rPr>
              <a:t>calculate_GPA</a:t>
            </a:r>
            <a:endParaRPr lang="en-US" sz="2400" b="1" dirty="0">
              <a:solidFill>
                <a:schemeClr val="tx2"/>
              </a:solidFill>
              <a:latin typeface="Aptos" panose="020B0004020202020204" pitchFamily="34" charset="0"/>
            </a:endParaRPr>
          </a:p>
        </p:txBody>
      </p:sp>
    </p:spTree>
    <p:extLst>
      <p:ext uri="{BB962C8B-B14F-4D97-AF65-F5344CB8AC3E}">
        <p14:creationId xmlns:p14="http://schemas.microsoft.com/office/powerpoint/2010/main" val="993514580"/>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AC65C913-545C-0DA5-868E-A4A18B4478D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pic>
        <p:nvPicPr>
          <p:cNvPr id="4" name="Picture 3">
            <a:extLst>
              <a:ext uri="{FF2B5EF4-FFF2-40B4-BE49-F238E27FC236}">
                <a16:creationId xmlns:a16="http://schemas.microsoft.com/office/drawing/2014/main" id="{B2FA6F97-FA6A-FBAC-5932-4FF225BA2E21}"/>
              </a:ext>
            </a:extLst>
          </p:cNvPr>
          <p:cNvPicPr>
            <a:picLocks noChangeAspect="1"/>
          </p:cNvPicPr>
          <p:nvPr/>
        </p:nvPicPr>
        <p:blipFill>
          <a:blip r:embed="rId3"/>
          <a:stretch>
            <a:fillRect/>
          </a:stretch>
        </p:blipFill>
        <p:spPr>
          <a:xfrm>
            <a:off x="504500" y="3390900"/>
            <a:ext cx="8656560" cy="3886200"/>
          </a:xfrm>
          <a:prstGeom prst="rect">
            <a:avLst/>
          </a:prstGeom>
        </p:spPr>
      </p:pic>
      <p:sp>
        <p:nvSpPr>
          <p:cNvPr id="5" name="TextBox 4">
            <a:extLst>
              <a:ext uri="{FF2B5EF4-FFF2-40B4-BE49-F238E27FC236}">
                <a16:creationId xmlns:a16="http://schemas.microsoft.com/office/drawing/2014/main" id="{14D7F9AA-E930-38EA-7091-5B3E647A1FDE}"/>
              </a:ext>
            </a:extLst>
          </p:cNvPr>
          <p:cNvSpPr txBox="1"/>
          <p:nvPr/>
        </p:nvSpPr>
        <p:spPr>
          <a:xfrm>
            <a:off x="838200" y="2171700"/>
            <a:ext cx="4724400" cy="461665"/>
          </a:xfrm>
          <a:prstGeom prst="rect">
            <a:avLst/>
          </a:prstGeom>
          <a:noFill/>
        </p:spPr>
        <p:txBody>
          <a:bodyPr wrap="square" rtlCol="0">
            <a:spAutoFit/>
          </a:bodyPr>
          <a:lstStyle/>
          <a:p>
            <a:r>
              <a:rPr lang="en-US" sz="2400" b="1" dirty="0">
                <a:solidFill>
                  <a:schemeClr val="tx2"/>
                </a:solidFill>
                <a:latin typeface="Aptos" panose="020B0004020202020204" pitchFamily="34" charset="0"/>
              </a:rPr>
              <a:t>Void </a:t>
            </a:r>
            <a:r>
              <a:rPr lang="en-US" sz="2400" b="1" dirty="0" err="1">
                <a:solidFill>
                  <a:schemeClr val="tx2"/>
                </a:solidFill>
                <a:latin typeface="Aptos" panose="020B0004020202020204" pitchFamily="34" charset="0"/>
              </a:rPr>
              <a:t>searchStudentInformation</a:t>
            </a:r>
            <a:endParaRPr lang="en-US" sz="2400" b="1" dirty="0">
              <a:solidFill>
                <a:schemeClr val="tx2"/>
              </a:solidFill>
              <a:latin typeface="Aptos" panose="020B0004020202020204" pitchFamily="34" charset="0"/>
            </a:endParaRPr>
          </a:p>
        </p:txBody>
      </p:sp>
      <p:pic>
        <p:nvPicPr>
          <p:cNvPr id="6" name="Picture 5">
            <a:extLst>
              <a:ext uri="{FF2B5EF4-FFF2-40B4-BE49-F238E27FC236}">
                <a16:creationId xmlns:a16="http://schemas.microsoft.com/office/drawing/2014/main" id="{869A976B-4505-2FDB-DD64-91E0DBD773F1}"/>
              </a:ext>
            </a:extLst>
          </p:cNvPr>
          <p:cNvPicPr>
            <a:picLocks noChangeAspect="1"/>
          </p:cNvPicPr>
          <p:nvPr/>
        </p:nvPicPr>
        <p:blipFill>
          <a:blip r:embed="rId4"/>
          <a:stretch>
            <a:fillRect/>
          </a:stretch>
        </p:blipFill>
        <p:spPr>
          <a:xfrm>
            <a:off x="9495430" y="2391728"/>
            <a:ext cx="8458200" cy="6370045"/>
          </a:xfrm>
          <a:prstGeom prst="rect">
            <a:avLst/>
          </a:prstGeom>
        </p:spPr>
      </p:pic>
      <p:sp>
        <p:nvSpPr>
          <p:cNvPr id="7" name="TextBox 6">
            <a:extLst>
              <a:ext uri="{FF2B5EF4-FFF2-40B4-BE49-F238E27FC236}">
                <a16:creationId xmlns:a16="http://schemas.microsoft.com/office/drawing/2014/main" id="{514039A8-7C3C-52B9-477A-0EB6E069725C}"/>
              </a:ext>
            </a:extLst>
          </p:cNvPr>
          <p:cNvSpPr txBox="1"/>
          <p:nvPr/>
        </p:nvSpPr>
        <p:spPr>
          <a:xfrm>
            <a:off x="9829800" y="1525227"/>
            <a:ext cx="4724400" cy="461665"/>
          </a:xfrm>
          <a:prstGeom prst="rect">
            <a:avLst/>
          </a:prstGeom>
          <a:noFill/>
        </p:spPr>
        <p:txBody>
          <a:bodyPr wrap="square" rtlCol="0">
            <a:spAutoFit/>
          </a:bodyPr>
          <a:lstStyle/>
          <a:p>
            <a:r>
              <a:rPr lang="en-US" sz="2400" b="1" dirty="0">
                <a:solidFill>
                  <a:schemeClr val="tx2"/>
                </a:solidFill>
                <a:latin typeface="Aptos" panose="020B0004020202020204" pitchFamily="34" charset="0"/>
              </a:rPr>
              <a:t>Void </a:t>
            </a:r>
            <a:r>
              <a:rPr lang="en-US" sz="2400" b="1" dirty="0" err="1">
                <a:solidFill>
                  <a:schemeClr val="tx2"/>
                </a:solidFill>
                <a:latin typeface="Aptos" panose="020B0004020202020204" pitchFamily="34" charset="0"/>
              </a:rPr>
              <a:t>updateStudentInformation</a:t>
            </a:r>
            <a:endParaRPr lang="en-US" sz="2400" b="1" dirty="0">
              <a:solidFill>
                <a:schemeClr val="tx2"/>
              </a:solidFill>
              <a:latin typeface="Aptos" panose="020B0004020202020204" pitchFamily="34" charset="0"/>
            </a:endParaRPr>
          </a:p>
        </p:txBody>
      </p:sp>
    </p:spTree>
    <p:extLst>
      <p:ext uri="{BB962C8B-B14F-4D97-AF65-F5344CB8AC3E}">
        <p14:creationId xmlns:p14="http://schemas.microsoft.com/office/powerpoint/2010/main" val="3790967900"/>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2216658" y="-642732"/>
            <a:ext cx="4223237" cy="2111619"/>
          </a:xfrm>
          <a:custGeom>
            <a:avLst/>
            <a:gdLst/>
            <a:ahLst/>
            <a:cxnLst/>
            <a:rect l="l" t="t" r="r" b="b"/>
            <a:pathLst>
              <a:path w="4223237" h="2111619">
                <a:moveTo>
                  <a:pt x="0" y="0"/>
                </a:moveTo>
                <a:lnTo>
                  <a:pt x="4223237" y="0"/>
                </a:lnTo>
                <a:lnTo>
                  <a:pt x="4223237" y="2111619"/>
                </a:lnTo>
                <a:lnTo>
                  <a:pt x="0" y="21116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746091" y="-187185"/>
            <a:ext cx="3492182" cy="3439800"/>
          </a:xfrm>
          <a:custGeom>
            <a:avLst/>
            <a:gdLst/>
            <a:ahLst/>
            <a:cxnLst/>
            <a:rect l="l" t="t" r="r" b="b"/>
            <a:pathLst>
              <a:path w="3492182" h="3439800">
                <a:moveTo>
                  <a:pt x="0" y="0"/>
                </a:moveTo>
                <a:lnTo>
                  <a:pt x="3492182" y="0"/>
                </a:lnTo>
                <a:lnTo>
                  <a:pt x="3492182" y="3439800"/>
                </a:lnTo>
                <a:lnTo>
                  <a:pt x="0" y="3439800"/>
                </a:lnTo>
                <a:lnTo>
                  <a:pt x="0" y="0"/>
                </a:lnTo>
                <a:close/>
              </a:path>
            </a:pathLst>
          </a:custGeom>
          <a:blipFill>
            <a:blip r:embed="rId5"/>
            <a:stretch>
              <a:fillRect/>
            </a:stretch>
          </a:blipFill>
        </p:spPr>
      </p:sp>
      <p:sp>
        <p:nvSpPr>
          <p:cNvPr id="5" name="Freeform 5"/>
          <p:cNvSpPr/>
          <p:nvPr/>
        </p:nvSpPr>
        <p:spPr>
          <a:xfrm rot="-2143218">
            <a:off x="-807200" y="7906553"/>
            <a:ext cx="2966928" cy="2811164"/>
          </a:xfrm>
          <a:custGeom>
            <a:avLst/>
            <a:gdLst/>
            <a:ahLst/>
            <a:cxnLst/>
            <a:rect l="l" t="t" r="r" b="b"/>
            <a:pathLst>
              <a:path w="2966928" h="2811164">
                <a:moveTo>
                  <a:pt x="0" y="0"/>
                </a:moveTo>
                <a:lnTo>
                  <a:pt x="2966928" y="0"/>
                </a:lnTo>
                <a:lnTo>
                  <a:pt x="2966928" y="2811164"/>
                </a:lnTo>
                <a:lnTo>
                  <a:pt x="0" y="2811164"/>
                </a:lnTo>
                <a:lnTo>
                  <a:pt x="0" y="0"/>
                </a:lnTo>
                <a:close/>
              </a:path>
            </a:pathLst>
          </a:custGeom>
          <a:blipFill>
            <a:blip r:embed="rId6"/>
            <a:stretch>
              <a:fillRect/>
            </a:stretch>
          </a:blipFill>
        </p:spPr>
      </p:sp>
      <p:sp>
        <p:nvSpPr>
          <p:cNvPr id="6" name="Freeform 6"/>
          <p:cNvSpPr/>
          <p:nvPr/>
        </p:nvSpPr>
        <p:spPr>
          <a:xfrm>
            <a:off x="14492722" y="6373736"/>
            <a:ext cx="5196430" cy="5196430"/>
          </a:xfrm>
          <a:custGeom>
            <a:avLst/>
            <a:gdLst/>
            <a:ahLst/>
            <a:cxnLst/>
            <a:rect l="l" t="t" r="r" b="b"/>
            <a:pathLst>
              <a:path w="5196430" h="5196430">
                <a:moveTo>
                  <a:pt x="0" y="0"/>
                </a:moveTo>
                <a:lnTo>
                  <a:pt x="5196430" y="0"/>
                </a:lnTo>
                <a:lnTo>
                  <a:pt x="5196430" y="5196430"/>
                </a:lnTo>
                <a:lnTo>
                  <a:pt x="0" y="51964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5323669" y="1422698"/>
            <a:ext cx="7640663" cy="920751"/>
          </a:xfrm>
          <a:prstGeom prst="rect">
            <a:avLst/>
          </a:prstGeom>
        </p:spPr>
        <p:txBody>
          <a:bodyPr lIns="0" tIns="0" rIns="0" bIns="0" rtlCol="0" anchor="t">
            <a:spAutoFit/>
          </a:bodyPr>
          <a:lstStyle/>
          <a:p>
            <a:pPr algn="ctr">
              <a:lnSpc>
                <a:spcPts val="6400"/>
              </a:lnSpc>
            </a:pPr>
            <a:r>
              <a:rPr lang="en-US" sz="8000" b="1">
                <a:solidFill>
                  <a:srgbClr val="2B5796"/>
                </a:solidFill>
                <a:latin typeface="Fira Sans Heavy"/>
                <a:ea typeface="Fira Sans Heavy"/>
                <a:cs typeface="Fira Sans Heavy"/>
                <a:sym typeface="Fira Sans Heavy"/>
              </a:rPr>
              <a:t>RESULT</a:t>
            </a:r>
          </a:p>
        </p:txBody>
      </p:sp>
      <p:pic>
        <p:nvPicPr>
          <p:cNvPr id="15" name="Picture 14">
            <a:extLst>
              <a:ext uri="{FF2B5EF4-FFF2-40B4-BE49-F238E27FC236}">
                <a16:creationId xmlns:a16="http://schemas.microsoft.com/office/drawing/2014/main" id="{1027F847-AE4F-6277-BC4A-0BC3BF62E68A}"/>
              </a:ext>
            </a:extLst>
          </p:cNvPr>
          <p:cNvPicPr>
            <a:picLocks noChangeAspect="1"/>
          </p:cNvPicPr>
          <p:nvPr/>
        </p:nvPicPr>
        <p:blipFill>
          <a:blip r:embed="rId9"/>
          <a:stretch>
            <a:fillRect/>
          </a:stretch>
        </p:blipFill>
        <p:spPr>
          <a:xfrm>
            <a:off x="990600" y="2743577"/>
            <a:ext cx="7440294" cy="4799845"/>
          </a:xfrm>
          <a:prstGeom prst="rect">
            <a:avLst/>
          </a:prstGeom>
        </p:spPr>
      </p:pic>
      <p:pic>
        <p:nvPicPr>
          <p:cNvPr id="17" name="Picture 16">
            <a:extLst>
              <a:ext uri="{FF2B5EF4-FFF2-40B4-BE49-F238E27FC236}">
                <a16:creationId xmlns:a16="http://schemas.microsoft.com/office/drawing/2014/main" id="{DE3C8AF1-0BB0-C4A8-2288-ED386D6D60B6}"/>
              </a:ext>
            </a:extLst>
          </p:cNvPr>
          <p:cNvPicPr>
            <a:picLocks noChangeAspect="1"/>
          </p:cNvPicPr>
          <p:nvPr/>
        </p:nvPicPr>
        <p:blipFill>
          <a:blip r:embed="rId10"/>
          <a:stretch>
            <a:fillRect/>
          </a:stretch>
        </p:blipFill>
        <p:spPr>
          <a:xfrm>
            <a:off x="8885585" y="3280479"/>
            <a:ext cx="8149276" cy="3549959"/>
          </a:xfrm>
          <a:prstGeom prst="rect">
            <a:avLst/>
          </a:prstGeom>
        </p:spPr>
      </p:pic>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2216658" y="-642732"/>
            <a:ext cx="4223237" cy="2111619"/>
          </a:xfrm>
          <a:custGeom>
            <a:avLst/>
            <a:gdLst/>
            <a:ahLst/>
            <a:cxnLst/>
            <a:rect l="l" t="t" r="r" b="b"/>
            <a:pathLst>
              <a:path w="4223237" h="2111619">
                <a:moveTo>
                  <a:pt x="0" y="0"/>
                </a:moveTo>
                <a:lnTo>
                  <a:pt x="4223237" y="0"/>
                </a:lnTo>
                <a:lnTo>
                  <a:pt x="4223237" y="2111619"/>
                </a:lnTo>
                <a:lnTo>
                  <a:pt x="0" y="21116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746091" y="-187185"/>
            <a:ext cx="3492182" cy="3439800"/>
          </a:xfrm>
          <a:custGeom>
            <a:avLst/>
            <a:gdLst/>
            <a:ahLst/>
            <a:cxnLst/>
            <a:rect l="l" t="t" r="r" b="b"/>
            <a:pathLst>
              <a:path w="3492182" h="3439800">
                <a:moveTo>
                  <a:pt x="0" y="0"/>
                </a:moveTo>
                <a:lnTo>
                  <a:pt x="3492182" y="0"/>
                </a:lnTo>
                <a:lnTo>
                  <a:pt x="3492182" y="3439800"/>
                </a:lnTo>
                <a:lnTo>
                  <a:pt x="0" y="3439800"/>
                </a:lnTo>
                <a:lnTo>
                  <a:pt x="0" y="0"/>
                </a:lnTo>
                <a:close/>
              </a:path>
            </a:pathLst>
          </a:custGeom>
          <a:blipFill>
            <a:blip r:embed="rId5"/>
            <a:stretch>
              <a:fillRect/>
            </a:stretch>
          </a:blipFill>
        </p:spPr>
      </p:sp>
      <p:sp>
        <p:nvSpPr>
          <p:cNvPr id="5" name="Freeform 5"/>
          <p:cNvSpPr/>
          <p:nvPr/>
        </p:nvSpPr>
        <p:spPr>
          <a:xfrm rot="-2143218">
            <a:off x="-807200" y="7906553"/>
            <a:ext cx="2966928" cy="2811164"/>
          </a:xfrm>
          <a:custGeom>
            <a:avLst/>
            <a:gdLst/>
            <a:ahLst/>
            <a:cxnLst/>
            <a:rect l="l" t="t" r="r" b="b"/>
            <a:pathLst>
              <a:path w="2966928" h="2811164">
                <a:moveTo>
                  <a:pt x="0" y="0"/>
                </a:moveTo>
                <a:lnTo>
                  <a:pt x="2966928" y="0"/>
                </a:lnTo>
                <a:lnTo>
                  <a:pt x="2966928" y="2811164"/>
                </a:lnTo>
                <a:lnTo>
                  <a:pt x="0" y="2811164"/>
                </a:lnTo>
                <a:lnTo>
                  <a:pt x="0" y="0"/>
                </a:lnTo>
                <a:close/>
              </a:path>
            </a:pathLst>
          </a:custGeom>
          <a:blipFill>
            <a:blip r:embed="rId6"/>
            <a:stretch>
              <a:fillRect/>
            </a:stretch>
          </a:blipFill>
        </p:spPr>
      </p:sp>
      <p:sp>
        <p:nvSpPr>
          <p:cNvPr id="6" name="Freeform 6"/>
          <p:cNvSpPr/>
          <p:nvPr/>
        </p:nvSpPr>
        <p:spPr>
          <a:xfrm>
            <a:off x="14492722" y="6373736"/>
            <a:ext cx="5196430" cy="5196430"/>
          </a:xfrm>
          <a:custGeom>
            <a:avLst/>
            <a:gdLst/>
            <a:ahLst/>
            <a:cxnLst/>
            <a:rect l="l" t="t" r="r" b="b"/>
            <a:pathLst>
              <a:path w="5196430" h="5196430">
                <a:moveTo>
                  <a:pt x="0" y="0"/>
                </a:moveTo>
                <a:lnTo>
                  <a:pt x="5196430" y="0"/>
                </a:lnTo>
                <a:lnTo>
                  <a:pt x="5196430" y="5196430"/>
                </a:lnTo>
                <a:lnTo>
                  <a:pt x="0" y="51964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5323669" y="1422698"/>
            <a:ext cx="7640663" cy="920751"/>
          </a:xfrm>
          <a:prstGeom prst="rect">
            <a:avLst/>
          </a:prstGeom>
        </p:spPr>
        <p:txBody>
          <a:bodyPr lIns="0" tIns="0" rIns="0" bIns="0" rtlCol="0" anchor="t">
            <a:spAutoFit/>
          </a:bodyPr>
          <a:lstStyle/>
          <a:p>
            <a:pPr algn="ctr">
              <a:lnSpc>
                <a:spcPts val="6400"/>
              </a:lnSpc>
            </a:pPr>
            <a:r>
              <a:rPr lang="en-US" sz="8000" b="1">
                <a:solidFill>
                  <a:srgbClr val="2B5796"/>
                </a:solidFill>
                <a:latin typeface="Fira Sans Heavy"/>
                <a:ea typeface="Fira Sans Heavy"/>
                <a:cs typeface="Fira Sans Heavy"/>
                <a:sym typeface="Fira Sans Heavy"/>
              </a:rPr>
              <a:t>RESULT</a:t>
            </a:r>
          </a:p>
        </p:txBody>
      </p:sp>
      <p:pic>
        <p:nvPicPr>
          <p:cNvPr id="15" name="Picture 14">
            <a:extLst>
              <a:ext uri="{FF2B5EF4-FFF2-40B4-BE49-F238E27FC236}">
                <a16:creationId xmlns:a16="http://schemas.microsoft.com/office/drawing/2014/main" id="{E47CE2D2-BA06-03B6-484E-5A0818C8ADB4}"/>
              </a:ext>
            </a:extLst>
          </p:cNvPr>
          <p:cNvPicPr>
            <a:picLocks noChangeAspect="1"/>
          </p:cNvPicPr>
          <p:nvPr/>
        </p:nvPicPr>
        <p:blipFill>
          <a:blip r:embed="rId9"/>
          <a:stretch>
            <a:fillRect/>
          </a:stretch>
        </p:blipFill>
        <p:spPr>
          <a:xfrm>
            <a:off x="449856" y="3480672"/>
            <a:ext cx="8070732" cy="3915266"/>
          </a:xfrm>
          <a:prstGeom prst="rect">
            <a:avLst/>
          </a:prstGeom>
        </p:spPr>
      </p:pic>
      <p:pic>
        <p:nvPicPr>
          <p:cNvPr id="17" name="Picture 16">
            <a:extLst>
              <a:ext uri="{FF2B5EF4-FFF2-40B4-BE49-F238E27FC236}">
                <a16:creationId xmlns:a16="http://schemas.microsoft.com/office/drawing/2014/main" id="{53552EF9-EB93-087F-398F-723ECAF0441F}"/>
              </a:ext>
            </a:extLst>
          </p:cNvPr>
          <p:cNvPicPr>
            <a:picLocks noChangeAspect="1"/>
          </p:cNvPicPr>
          <p:nvPr/>
        </p:nvPicPr>
        <p:blipFill>
          <a:blip r:embed="rId10"/>
          <a:stretch>
            <a:fillRect/>
          </a:stretch>
        </p:blipFill>
        <p:spPr>
          <a:xfrm>
            <a:off x="8970444" y="2846415"/>
            <a:ext cx="5559809" cy="1215336"/>
          </a:xfrm>
          <a:prstGeom prst="rect">
            <a:avLst/>
          </a:prstGeom>
        </p:spPr>
      </p:pic>
      <p:pic>
        <p:nvPicPr>
          <p:cNvPr id="19" name="Picture 18">
            <a:extLst>
              <a:ext uri="{FF2B5EF4-FFF2-40B4-BE49-F238E27FC236}">
                <a16:creationId xmlns:a16="http://schemas.microsoft.com/office/drawing/2014/main" id="{236CE018-4B1B-E39C-B497-D5946AAF9605}"/>
              </a:ext>
            </a:extLst>
          </p:cNvPr>
          <p:cNvPicPr>
            <a:picLocks noChangeAspect="1"/>
          </p:cNvPicPr>
          <p:nvPr/>
        </p:nvPicPr>
        <p:blipFill>
          <a:blip r:embed="rId11"/>
          <a:stretch>
            <a:fillRect/>
          </a:stretch>
        </p:blipFill>
        <p:spPr>
          <a:xfrm>
            <a:off x="9144000" y="4128710"/>
            <a:ext cx="4891356" cy="5558911"/>
          </a:xfrm>
          <a:prstGeom prst="rect">
            <a:avLst/>
          </a:prstGeom>
        </p:spPr>
      </p:pic>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021" y="-15131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2216658" y="-642732"/>
            <a:ext cx="4223237" cy="2111619"/>
          </a:xfrm>
          <a:custGeom>
            <a:avLst/>
            <a:gdLst/>
            <a:ahLst/>
            <a:cxnLst/>
            <a:rect l="l" t="t" r="r" b="b"/>
            <a:pathLst>
              <a:path w="4223237" h="2111619">
                <a:moveTo>
                  <a:pt x="0" y="0"/>
                </a:moveTo>
                <a:lnTo>
                  <a:pt x="4223237" y="0"/>
                </a:lnTo>
                <a:lnTo>
                  <a:pt x="4223237" y="2111619"/>
                </a:lnTo>
                <a:lnTo>
                  <a:pt x="0" y="21116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746091" y="-187185"/>
            <a:ext cx="3492182" cy="3439800"/>
          </a:xfrm>
          <a:custGeom>
            <a:avLst/>
            <a:gdLst/>
            <a:ahLst/>
            <a:cxnLst/>
            <a:rect l="l" t="t" r="r" b="b"/>
            <a:pathLst>
              <a:path w="3492182" h="3439800">
                <a:moveTo>
                  <a:pt x="0" y="0"/>
                </a:moveTo>
                <a:lnTo>
                  <a:pt x="3492182" y="0"/>
                </a:lnTo>
                <a:lnTo>
                  <a:pt x="3492182" y="3439800"/>
                </a:lnTo>
                <a:lnTo>
                  <a:pt x="0" y="3439800"/>
                </a:lnTo>
                <a:lnTo>
                  <a:pt x="0" y="0"/>
                </a:lnTo>
                <a:close/>
              </a:path>
            </a:pathLst>
          </a:custGeom>
          <a:blipFill>
            <a:blip r:embed="rId5"/>
            <a:stretch>
              <a:fillRect/>
            </a:stretch>
          </a:blipFill>
        </p:spPr>
      </p:sp>
      <p:sp>
        <p:nvSpPr>
          <p:cNvPr id="5" name="Freeform 5"/>
          <p:cNvSpPr/>
          <p:nvPr/>
        </p:nvSpPr>
        <p:spPr>
          <a:xfrm rot="-2143218">
            <a:off x="-807200" y="7906553"/>
            <a:ext cx="2966928" cy="2811164"/>
          </a:xfrm>
          <a:custGeom>
            <a:avLst/>
            <a:gdLst/>
            <a:ahLst/>
            <a:cxnLst/>
            <a:rect l="l" t="t" r="r" b="b"/>
            <a:pathLst>
              <a:path w="2966928" h="2811164">
                <a:moveTo>
                  <a:pt x="0" y="0"/>
                </a:moveTo>
                <a:lnTo>
                  <a:pt x="2966928" y="0"/>
                </a:lnTo>
                <a:lnTo>
                  <a:pt x="2966928" y="2811164"/>
                </a:lnTo>
                <a:lnTo>
                  <a:pt x="0" y="2811164"/>
                </a:lnTo>
                <a:lnTo>
                  <a:pt x="0" y="0"/>
                </a:lnTo>
                <a:close/>
              </a:path>
            </a:pathLst>
          </a:custGeom>
          <a:blipFill>
            <a:blip r:embed="rId6"/>
            <a:stretch>
              <a:fillRect/>
            </a:stretch>
          </a:blipFill>
        </p:spPr>
      </p:sp>
      <p:sp>
        <p:nvSpPr>
          <p:cNvPr id="6" name="Freeform 6"/>
          <p:cNvSpPr/>
          <p:nvPr/>
        </p:nvSpPr>
        <p:spPr>
          <a:xfrm>
            <a:off x="14492722" y="6373736"/>
            <a:ext cx="5196430" cy="5196430"/>
          </a:xfrm>
          <a:custGeom>
            <a:avLst/>
            <a:gdLst/>
            <a:ahLst/>
            <a:cxnLst/>
            <a:rect l="l" t="t" r="r" b="b"/>
            <a:pathLst>
              <a:path w="5196430" h="5196430">
                <a:moveTo>
                  <a:pt x="0" y="0"/>
                </a:moveTo>
                <a:lnTo>
                  <a:pt x="5196430" y="0"/>
                </a:lnTo>
                <a:lnTo>
                  <a:pt x="5196430" y="5196430"/>
                </a:lnTo>
                <a:lnTo>
                  <a:pt x="0" y="51964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5323669" y="1422698"/>
            <a:ext cx="7640663" cy="920751"/>
          </a:xfrm>
          <a:prstGeom prst="rect">
            <a:avLst/>
          </a:prstGeom>
        </p:spPr>
        <p:txBody>
          <a:bodyPr lIns="0" tIns="0" rIns="0" bIns="0" rtlCol="0" anchor="t">
            <a:spAutoFit/>
          </a:bodyPr>
          <a:lstStyle/>
          <a:p>
            <a:pPr algn="ctr">
              <a:lnSpc>
                <a:spcPts val="6400"/>
              </a:lnSpc>
            </a:pPr>
            <a:r>
              <a:rPr lang="en-US" sz="8000" b="1">
                <a:solidFill>
                  <a:srgbClr val="2B5796"/>
                </a:solidFill>
                <a:latin typeface="Fira Sans Heavy"/>
                <a:ea typeface="Fira Sans Heavy"/>
                <a:cs typeface="Fira Sans Heavy"/>
                <a:sym typeface="Fira Sans Heavy"/>
              </a:rPr>
              <a:t>RESULT</a:t>
            </a:r>
          </a:p>
        </p:txBody>
      </p:sp>
      <p:pic>
        <p:nvPicPr>
          <p:cNvPr id="13" name="Picture 12">
            <a:extLst>
              <a:ext uri="{FF2B5EF4-FFF2-40B4-BE49-F238E27FC236}">
                <a16:creationId xmlns:a16="http://schemas.microsoft.com/office/drawing/2014/main" id="{7B4B494F-02C6-C6E0-0B19-654BB5F30C8E}"/>
              </a:ext>
            </a:extLst>
          </p:cNvPr>
          <p:cNvPicPr>
            <a:picLocks noChangeAspect="1"/>
          </p:cNvPicPr>
          <p:nvPr/>
        </p:nvPicPr>
        <p:blipFill>
          <a:blip r:embed="rId9"/>
          <a:stretch>
            <a:fillRect/>
          </a:stretch>
        </p:blipFill>
        <p:spPr>
          <a:xfrm>
            <a:off x="306230" y="2505035"/>
            <a:ext cx="7134920" cy="3187943"/>
          </a:xfrm>
          <a:prstGeom prst="rect">
            <a:avLst/>
          </a:prstGeom>
        </p:spPr>
      </p:pic>
      <p:pic>
        <p:nvPicPr>
          <p:cNvPr id="15" name="Picture 14">
            <a:extLst>
              <a:ext uri="{FF2B5EF4-FFF2-40B4-BE49-F238E27FC236}">
                <a16:creationId xmlns:a16="http://schemas.microsoft.com/office/drawing/2014/main" id="{87217780-8E46-C032-EE31-7A213A48A39E}"/>
              </a:ext>
            </a:extLst>
          </p:cNvPr>
          <p:cNvPicPr>
            <a:picLocks noChangeAspect="1"/>
          </p:cNvPicPr>
          <p:nvPr/>
        </p:nvPicPr>
        <p:blipFill>
          <a:blip r:embed="rId10"/>
          <a:stretch>
            <a:fillRect/>
          </a:stretch>
        </p:blipFill>
        <p:spPr>
          <a:xfrm>
            <a:off x="8764875" y="3366136"/>
            <a:ext cx="5843599" cy="987460"/>
          </a:xfrm>
          <a:prstGeom prst="rect">
            <a:avLst/>
          </a:prstGeom>
        </p:spPr>
      </p:pic>
      <p:pic>
        <p:nvPicPr>
          <p:cNvPr id="17" name="Picture 16">
            <a:extLst>
              <a:ext uri="{FF2B5EF4-FFF2-40B4-BE49-F238E27FC236}">
                <a16:creationId xmlns:a16="http://schemas.microsoft.com/office/drawing/2014/main" id="{15D28178-9A0B-3DA1-582A-EC7808D1266E}"/>
              </a:ext>
            </a:extLst>
          </p:cNvPr>
          <p:cNvPicPr>
            <a:picLocks noChangeAspect="1"/>
          </p:cNvPicPr>
          <p:nvPr/>
        </p:nvPicPr>
        <p:blipFill>
          <a:blip r:embed="rId11"/>
          <a:stretch>
            <a:fillRect/>
          </a:stretch>
        </p:blipFill>
        <p:spPr>
          <a:xfrm>
            <a:off x="7812303" y="4909072"/>
            <a:ext cx="8896932" cy="824594"/>
          </a:xfrm>
          <a:prstGeom prst="rect">
            <a:avLst/>
          </a:prstGeom>
        </p:spPr>
      </p:pic>
      <p:pic>
        <p:nvPicPr>
          <p:cNvPr id="19" name="Picture 18">
            <a:extLst>
              <a:ext uri="{FF2B5EF4-FFF2-40B4-BE49-F238E27FC236}">
                <a16:creationId xmlns:a16="http://schemas.microsoft.com/office/drawing/2014/main" id="{41D28888-3CFB-AD7B-1DFA-BAF744B83FD1}"/>
              </a:ext>
            </a:extLst>
          </p:cNvPr>
          <p:cNvPicPr>
            <a:picLocks noChangeAspect="1"/>
          </p:cNvPicPr>
          <p:nvPr/>
        </p:nvPicPr>
        <p:blipFill>
          <a:blip r:embed="rId12"/>
          <a:stretch>
            <a:fillRect/>
          </a:stretch>
        </p:blipFill>
        <p:spPr>
          <a:xfrm>
            <a:off x="3429000" y="6289141"/>
            <a:ext cx="12877800" cy="1969459"/>
          </a:xfrm>
          <a:prstGeom prst="rect">
            <a:avLst/>
          </a:prstGeom>
        </p:spPr>
      </p:pic>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021" y="-15131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2216658" y="-642732"/>
            <a:ext cx="4223237" cy="2111619"/>
          </a:xfrm>
          <a:custGeom>
            <a:avLst/>
            <a:gdLst/>
            <a:ahLst/>
            <a:cxnLst/>
            <a:rect l="l" t="t" r="r" b="b"/>
            <a:pathLst>
              <a:path w="4223237" h="2111619">
                <a:moveTo>
                  <a:pt x="0" y="0"/>
                </a:moveTo>
                <a:lnTo>
                  <a:pt x="4223237" y="0"/>
                </a:lnTo>
                <a:lnTo>
                  <a:pt x="4223237" y="2111619"/>
                </a:lnTo>
                <a:lnTo>
                  <a:pt x="0" y="21116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746091" y="-187185"/>
            <a:ext cx="3492182" cy="3439800"/>
          </a:xfrm>
          <a:custGeom>
            <a:avLst/>
            <a:gdLst/>
            <a:ahLst/>
            <a:cxnLst/>
            <a:rect l="l" t="t" r="r" b="b"/>
            <a:pathLst>
              <a:path w="3492182" h="3439800">
                <a:moveTo>
                  <a:pt x="0" y="0"/>
                </a:moveTo>
                <a:lnTo>
                  <a:pt x="3492182" y="0"/>
                </a:lnTo>
                <a:lnTo>
                  <a:pt x="3492182" y="3439800"/>
                </a:lnTo>
                <a:lnTo>
                  <a:pt x="0" y="3439800"/>
                </a:lnTo>
                <a:lnTo>
                  <a:pt x="0" y="0"/>
                </a:lnTo>
                <a:close/>
              </a:path>
            </a:pathLst>
          </a:custGeom>
          <a:blipFill>
            <a:blip r:embed="rId5"/>
            <a:stretch>
              <a:fillRect/>
            </a:stretch>
          </a:blipFill>
        </p:spPr>
      </p:sp>
      <p:sp>
        <p:nvSpPr>
          <p:cNvPr id="5" name="Freeform 5"/>
          <p:cNvSpPr/>
          <p:nvPr/>
        </p:nvSpPr>
        <p:spPr>
          <a:xfrm rot="-2143218">
            <a:off x="-807200" y="7906553"/>
            <a:ext cx="2966928" cy="2811164"/>
          </a:xfrm>
          <a:custGeom>
            <a:avLst/>
            <a:gdLst/>
            <a:ahLst/>
            <a:cxnLst/>
            <a:rect l="l" t="t" r="r" b="b"/>
            <a:pathLst>
              <a:path w="2966928" h="2811164">
                <a:moveTo>
                  <a:pt x="0" y="0"/>
                </a:moveTo>
                <a:lnTo>
                  <a:pt x="2966928" y="0"/>
                </a:lnTo>
                <a:lnTo>
                  <a:pt x="2966928" y="2811164"/>
                </a:lnTo>
                <a:lnTo>
                  <a:pt x="0" y="2811164"/>
                </a:lnTo>
                <a:lnTo>
                  <a:pt x="0" y="0"/>
                </a:lnTo>
                <a:close/>
              </a:path>
            </a:pathLst>
          </a:custGeom>
          <a:blipFill>
            <a:blip r:embed="rId6"/>
            <a:stretch>
              <a:fillRect/>
            </a:stretch>
          </a:blipFill>
        </p:spPr>
      </p:sp>
      <p:sp>
        <p:nvSpPr>
          <p:cNvPr id="6" name="Freeform 6"/>
          <p:cNvSpPr/>
          <p:nvPr/>
        </p:nvSpPr>
        <p:spPr>
          <a:xfrm>
            <a:off x="14492722" y="6373736"/>
            <a:ext cx="5196430" cy="5196430"/>
          </a:xfrm>
          <a:custGeom>
            <a:avLst/>
            <a:gdLst/>
            <a:ahLst/>
            <a:cxnLst/>
            <a:rect l="l" t="t" r="r" b="b"/>
            <a:pathLst>
              <a:path w="5196430" h="5196430">
                <a:moveTo>
                  <a:pt x="0" y="0"/>
                </a:moveTo>
                <a:lnTo>
                  <a:pt x="5196430" y="0"/>
                </a:lnTo>
                <a:lnTo>
                  <a:pt x="5196430" y="5196430"/>
                </a:lnTo>
                <a:lnTo>
                  <a:pt x="0" y="51964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5323669" y="1422698"/>
            <a:ext cx="7640663" cy="920751"/>
          </a:xfrm>
          <a:prstGeom prst="rect">
            <a:avLst/>
          </a:prstGeom>
        </p:spPr>
        <p:txBody>
          <a:bodyPr lIns="0" tIns="0" rIns="0" bIns="0" rtlCol="0" anchor="t">
            <a:spAutoFit/>
          </a:bodyPr>
          <a:lstStyle/>
          <a:p>
            <a:pPr algn="ctr">
              <a:lnSpc>
                <a:spcPts val="6400"/>
              </a:lnSpc>
            </a:pPr>
            <a:r>
              <a:rPr lang="en-US" sz="8000" b="1">
                <a:solidFill>
                  <a:srgbClr val="2B5796"/>
                </a:solidFill>
                <a:latin typeface="Fira Sans Heavy"/>
                <a:ea typeface="Fira Sans Heavy"/>
                <a:cs typeface="Fira Sans Heavy"/>
                <a:sym typeface="Fira Sans Heavy"/>
              </a:rPr>
              <a:t>RESULT</a:t>
            </a:r>
          </a:p>
        </p:txBody>
      </p:sp>
      <p:pic>
        <p:nvPicPr>
          <p:cNvPr id="8" name="Picture 7">
            <a:extLst>
              <a:ext uri="{FF2B5EF4-FFF2-40B4-BE49-F238E27FC236}">
                <a16:creationId xmlns:a16="http://schemas.microsoft.com/office/drawing/2014/main" id="{B783016A-7626-5D83-19E6-9CD6FF7371D5}"/>
              </a:ext>
            </a:extLst>
          </p:cNvPr>
          <p:cNvPicPr>
            <a:picLocks noChangeAspect="1"/>
          </p:cNvPicPr>
          <p:nvPr/>
        </p:nvPicPr>
        <p:blipFill>
          <a:blip r:embed="rId9"/>
          <a:stretch>
            <a:fillRect/>
          </a:stretch>
        </p:blipFill>
        <p:spPr>
          <a:xfrm>
            <a:off x="838200" y="3384087"/>
            <a:ext cx="7913797" cy="920751"/>
          </a:xfrm>
          <a:prstGeom prst="rect">
            <a:avLst/>
          </a:prstGeom>
        </p:spPr>
      </p:pic>
      <p:pic>
        <p:nvPicPr>
          <p:cNvPr id="10" name="Picture 9">
            <a:extLst>
              <a:ext uri="{FF2B5EF4-FFF2-40B4-BE49-F238E27FC236}">
                <a16:creationId xmlns:a16="http://schemas.microsoft.com/office/drawing/2014/main" id="{12AE6DF1-5618-2327-B5F8-2FCE28FA0F2F}"/>
              </a:ext>
            </a:extLst>
          </p:cNvPr>
          <p:cNvPicPr>
            <a:picLocks noChangeAspect="1"/>
          </p:cNvPicPr>
          <p:nvPr/>
        </p:nvPicPr>
        <p:blipFill>
          <a:blip r:embed="rId10"/>
          <a:stretch>
            <a:fillRect/>
          </a:stretch>
        </p:blipFill>
        <p:spPr>
          <a:xfrm>
            <a:off x="1854860" y="4468935"/>
            <a:ext cx="6178709" cy="2854989"/>
          </a:xfrm>
          <a:prstGeom prst="rect">
            <a:avLst/>
          </a:prstGeom>
        </p:spPr>
      </p:pic>
      <p:pic>
        <p:nvPicPr>
          <p:cNvPr id="14" name="Picture 13">
            <a:extLst>
              <a:ext uri="{FF2B5EF4-FFF2-40B4-BE49-F238E27FC236}">
                <a16:creationId xmlns:a16="http://schemas.microsoft.com/office/drawing/2014/main" id="{3B315295-12C6-AD2D-1C67-E02E626E46E3}"/>
              </a:ext>
            </a:extLst>
          </p:cNvPr>
          <p:cNvPicPr>
            <a:picLocks noChangeAspect="1"/>
          </p:cNvPicPr>
          <p:nvPr/>
        </p:nvPicPr>
        <p:blipFill>
          <a:blip r:embed="rId11"/>
          <a:stretch>
            <a:fillRect/>
          </a:stretch>
        </p:blipFill>
        <p:spPr>
          <a:xfrm>
            <a:off x="9493861" y="4178026"/>
            <a:ext cx="6488804" cy="1012015"/>
          </a:xfrm>
          <a:prstGeom prst="rect">
            <a:avLst/>
          </a:prstGeom>
        </p:spPr>
      </p:pic>
      <p:pic>
        <p:nvPicPr>
          <p:cNvPr id="18" name="Picture 17">
            <a:extLst>
              <a:ext uri="{FF2B5EF4-FFF2-40B4-BE49-F238E27FC236}">
                <a16:creationId xmlns:a16="http://schemas.microsoft.com/office/drawing/2014/main" id="{F780A46F-A0AB-ED37-DB7E-A594C7A9E64C}"/>
              </a:ext>
            </a:extLst>
          </p:cNvPr>
          <p:cNvPicPr>
            <a:picLocks noChangeAspect="1"/>
          </p:cNvPicPr>
          <p:nvPr/>
        </p:nvPicPr>
        <p:blipFill>
          <a:blip r:embed="rId12"/>
          <a:stretch>
            <a:fillRect/>
          </a:stretch>
        </p:blipFill>
        <p:spPr>
          <a:xfrm>
            <a:off x="1600200" y="7946731"/>
            <a:ext cx="13470230" cy="1295581"/>
          </a:xfrm>
          <a:prstGeom prst="rect">
            <a:avLst/>
          </a:prstGeom>
        </p:spPr>
      </p:pic>
    </p:spTree>
    <p:extLst>
      <p:ext uri="{BB962C8B-B14F-4D97-AF65-F5344CB8AC3E}">
        <p14:creationId xmlns:p14="http://schemas.microsoft.com/office/powerpoint/2010/main" val="3006879259"/>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021" y="-15131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2216658" y="-642732"/>
            <a:ext cx="4223237" cy="2111619"/>
          </a:xfrm>
          <a:custGeom>
            <a:avLst/>
            <a:gdLst/>
            <a:ahLst/>
            <a:cxnLst/>
            <a:rect l="l" t="t" r="r" b="b"/>
            <a:pathLst>
              <a:path w="4223237" h="2111619">
                <a:moveTo>
                  <a:pt x="0" y="0"/>
                </a:moveTo>
                <a:lnTo>
                  <a:pt x="4223237" y="0"/>
                </a:lnTo>
                <a:lnTo>
                  <a:pt x="4223237" y="2111619"/>
                </a:lnTo>
                <a:lnTo>
                  <a:pt x="0" y="21116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746091" y="-187185"/>
            <a:ext cx="3492182" cy="3439800"/>
          </a:xfrm>
          <a:custGeom>
            <a:avLst/>
            <a:gdLst/>
            <a:ahLst/>
            <a:cxnLst/>
            <a:rect l="l" t="t" r="r" b="b"/>
            <a:pathLst>
              <a:path w="3492182" h="3439800">
                <a:moveTo>
                  <a:pt x="0" y="0"/>
                </a:moveTo>
                <a:lnTo>
                  <a:pt x="3492182" y="0"/>
                </a:lnTo>
                <a:lnTo>
                  <a:pt x="3492182" y="3439800"/>
                </a:lnTo>
                <a:lnTo>
                  <a:pt x="0" y="3439800"/>
                </a:lnTo>
                <a:lnTo>
                  <a:pt x="0" y="0"/>
                </a:lnTo>
                <a:close/>
              </a:path>
            </a:pathLst>
          </a:custGeom>
          <a:blipFill>
            <a:blip r:embed="rId5"/>
            <a:stretch>
              <a:fillRect/>
            </a:stretch>
          </a:blipFill>
        </p:spPr>
      </p:sp>
      <p:sp>
        <p:nvSpPr>
          <p:cNvPr id="5" name="Freeform 5"/>
          <p:cNvSpPr/>
          <p:nvPr/>
        </p:nvSpPr>
        <p:spPr>
          <a:xfrm rot="-2143218">
            <a:off x="-807200" y="7906553"/>
            <a:ext cx="2966928" cy="2811164"/>
          </a:xfrm>
          <a:custGeom>
            <a:avLst/>
            <a:gdLst/>
            <a:ahLst/>
            <a:cxnLst/>
            <a:rect l="l" t="t" r="r" b="b"/>
            <a:pathLst>
              <a:path w="2966928" h="2811164">
                <a:moveTo>
                  <a:pt x="0" y="0"/>
                </a:moveTo>
                <a:lnTo>
                  <a:pt x="2966928" y="0"/>
                </a:lnTo>
                <a:lnTo>
                  <a:pt x="2966928" y="2811164"/>
                </a:lnTo>
                <a:lnTo>
                  <a:pt x="0" y="2811164"/>
                </a:lnTo>
                <a:lnTo>
                  <a:pt x="0" y="0"/>
                </a:lnTo>
                <a:close/>
              </a:path>
            </a:pathLst>
          </a:custGeom>
          <a:blipFill>
            <a:blip r:embed="rId6"/>
            <a:stretch>
              <a:fillRect/>
            </a:stretch>
          </a:blipFill>
        </p:spPr>
      </p:sp>
      <p:sp>
        <p:nvSpPr>
          <p:cNvPr id="6" name="Freeform 6"/>
          <p:cNvSpPr/>
          <p:nvPr/>
        </p:nvSpPr>
        <p:spPr>
          <a:xfrm>
            <a:off x="14492722" y="6373736"/>
            <a:ext cx="5196430" cy="5196430"/>
          </a:xfrm>
          <a:custGeom>
            <a:avLst/>
            <a:gdLst/>
            <a:ahLst/>
            <a:cxnLst/>
            <a:rect l="l" t="t" r="r" b="b"/>
            <a:pathLst>
              <a:path w="5196430" h="5196430">
                <a:moveTo>
                  <a:pt x="0" y="0"/>
                </a:moveTo>
                <a:lnTo>
                  <a:pt x="5196430" y="0"/>
                </a:lnTo>
                <a:lnTo>
                  <a:pt x="5196430" y="5196430"/>
                </a:lnTo>
                <a:lnTo>
                  <a:pt x="0" y="51964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5323669" y="1422698"/>
            <a:ext cx="7640663" cy="920751"/>
          </a:xfrm>
          <a:prstGeom prst="rect">
            <a:avLst/>
          </a:prstGeom>
        </p:spPr>
        <p:txBody>
          <a:bodyPr lIns="0" tIns="0" rIns="0" bIns="0" rtlCol="0" anchor="t">
            <a:spAutoFit/>
          </a:bodyPr>
          <a:lstStyle/>
          <a:p>
            <a:pPr algn="ctr">
              <a:lnSpc>
                <a:spcPts val="6400"/>
              </a:lnSpc>
            </a:pPr>
            <a:r>
              <a:rPr lang="en-US" sz="8000" b="1">
                <a:solidFill>
                  <a:srgbClr val="2B5796"/>
                </a:solidFill>
                <a:latin typeface="Fira Sans Heavy"/>
                <a:ea typeface="Fira Sans Heavy"/>
                <a:cs typeface="Fira Sans Heavy"/>
                <a:sym typeface="Fira Sans Heavy"/>
              </a:rPr>
              <a:t>RESULT</a:t>
            </a:r>
          </a:p>
        </p:txBody>
      </p:sp>
      <p:pic>
        <p:nvPicPr>
          <p:cNvPr id="9" name="Picture 8">
            <a:extLst>
              <a:ext uri="{FF2B5EF4-FFF2-40B4-BE49-F238E27FC236}">
                <a16:creationId xmlns:a16="http://schemas.microsoft.com/office/drawing/2014/main" id="{05245766-A47F-0A28-C850-E6B2A496CD27}"/>
              </a:ext>
            </a:extLst>
          </p:cNvPr>
          <p:cNvPicPr>
            <a:picLocks noChangeAspect="1"/>
          </p:cNvPicPr>
          <p:nvPr/>
        </p:nvPicPr>
        <p:blipFill>
          <a:blip r:embed="rId9"/>
          <a:stretch>
            <a:fillRect/>
          </a:stretch>
        </p:blipFill>
        <p:spPr>
          <a:xfrm>
            <a:off x="1746091" y="3042896"/>
            <a:ext cx="4579143" cy="5732243"/>
          </a:xfrm>
          <a:prstGeom prst="rect">
            <a:avLst/>
          </a:prstGeom>
        </p:spPr>
      </p:pic>
      <p:pic>
        <p:nvPicPr>
          <p:cNvPr id="13" name="Picture 12">
            <a:extLst>
              <a:ext uri="{FF2B5EF4-FFF2-40B4-BE49-F238E27FC236}">
                <a16:creationId xmlns:a16="http://schemas.microsoft.com/office/drawing/2014/main" id="{5C83E2BE-433E-F974-8E0D-A48801096CB9}"/>
              </a:ext>
            </a:extLst>
          </p:cNvPr>
          <p:cNvPicPr>
            <a:picLocks noChangeAspect="1"/>
          </p:cNvPicPr>
          <p:nvPr/>
        </p:nvPicPr>
        <p:blipFill>
          <a:blip r:embed="rId10"/>
          <a:stretch>
            <a:fillRect/>
          </a:stretch>
        </p:blipFill>
        <p:spPr>
          <a:xfrm>
            <a:off x="6968187" y="3132059"/>
            <a:ext cx="4953000" cy="5732243"/>
          </a:xfrm>
          <a:prstGeom prst="rect">
            <a:avLst/>
          </a:prstGeom>
        </p:spPr>
      </p:pic>
    </p:spTree>
    <p:extLst>
      <p:ext uri="{BB962C8B-B14F-4D97-AF65-F5344CB8AC3E}">
        <p14:creationId xmlns:p14="http://schemas.microsoft.com/office/powerpoint/2010/main" val="2399270520"/>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2700761" y="1028700"/>
            <a:ext cx="12886479" cy="10541466"/>
            <a:chOff x="0" y="0"/>
            <a:chExt cx="3393970" cy="2776353"/>
          </a:xfrm>
        </p:grpSpPr>
        <p:sp>
          <p:nvSpPr>
            <p:cNvPr id="4" name="Freeform 4"/>
            <p:cNvSpPr/>
            <p:nvPr/>
          </p:nvSpPr>
          <p:spPr>
            <a:xfrm>
              <a:off x="0" y="0"/>
              <a:ext cx="3393970" cy="2776353"/>
            </a:xfrm>
            <a:custGeom>
              <a:avLst/>
              <a:gdLst/>
              <a:ahLst/>
              <a:cxnLst/>
              <a:rect l="l" t="t" r="r" b="b"/>
              <a:pathLst>
                <a:path w="3393970" h="2776353">
                  <a:moveTo>
                    <a:pt x="0" y="0"/>
                  </a:moveTo>
                  <a:lnTo>
                    <a:pt x="3393970" y="0"/>
                  </a:lnTo>
                  <a:lnTo>
                    <a:pt x="3393970" y="2776353"/>
                  </a:lnTo>
                  <a:lnTo>
                    <a:pt x="0" y="2776353"/>
                  </a:lnTo>
                  <a:close/>
                </a:path>
              </a:pathLst>
            </a:custGeom>
            <a:solidFill>
              <a:srgbClr val="FFFFFF"/>
            </a:solidFill>
          </p:spPr>
        </p:sp>
        <p:sp>
          <p:nvSpPr>
            <p:cNvPr id="5" name="TextBox 5"/>
            <p:cNvSpPr txBox="1"/>
            <p:nvPr/>
          </p:nvSpPr>
          <p:spPr>
            <a:xfrm>
              <a:off x="0" y="28575"/>
              <a:ext cx="3393970" cy="2747778"/>
            </a:xfrm>
            <a:prstGeom prst="rect">
              <a:avLst/>
            </a:prstGeom>
          </p:spPr>
          <p:txBody>
            <a:bodyPr lIns="50800" tIns="50800" rIns="50800" bIns="50800" rtlCol="0" anchor="ctr"/>
            <a:lstStyle/>
            <a:p>
              <a:pPr algn="ctr">
                <a:lnSpc>
                  <a:spcPts val="2199"/>
                </a:lnSpc>
              </a:pPr>
              <a:endParaRPr/>
            </a:p>
          </p:txBody>
        </p:sp>
      </p:grpSp>
      <p:sp>
        <p:nvSpPr>
          <p:cNvPr id="6" name="Freeform 6"/>
          <p:cNvSpPr/>
          <p:nvPr/>
        </p:nvSpPr>
        <p:spPr>
          <a:xfrm rot="-3175321">
            <a:off x="-1366085" y="204359"/>
            <a:ext cx="4223237" cy="2111619"/>
          </a:xfrm>
          <a:custGeom>
            <a:avLst/>
            <a:gdLst/>
            <a:ahLst/>
            <a:cxnLst/>
            <a:rect l="l" t="t" r="r" b="b"/>
            <a:pathLst>
              <a:path w="4223237" h="2111619">
                <a:moveTo>
                  <a:pt x="0" y="0"/>
                </a:moveTo>
                <a:lnTo>
                  <a:pt x="4223237" y="0"/>
                </a:lnTo>
                <a:lnTo>
                  <a:pt x="4223237" y="2111619"/>
                </a:lnTo>
                <a:lnTo>
                  <a:pt x="0" y="21116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5400000">
            <a:off x="14383642" y="-23805"/>
            <a:ext cx="1283303" cy="2057400"/>
          </a:xfrm>
          <a:custGeom>
            <a:avLst/>
            <a:gdLst/>
            <a:ahLst/>
            <a:cxnLst/>
            <a:rect l="l" t="t" r="r" b="b"/>
            <a:pathLst>
              <a:path w="1283303" h="2057400">
                <a:moveTo>
                  <a:pt x="0" y="0"/>
                </a:moveTo>
                <a:lnTo>
                  <a:pt x="1283303" y="0"/>
                </a:lnTo>
                <a:lnTo>
                  <a:pt x="1283303"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16053994" y="5566620"/>
            <a:ext cx="3303043" cy="5191423"/>
          </a:xfrm>
          <a:custGeom>
            <a:avLst/>
            <a:gdLst/>
            <a:ahLst/>
            <a:cxnLst/>
            <a:rect l="l" t="t" r="r" b="b"/>
            <a:pathLst>
              <a:path w="3303043" h="5191423">
                <a:moveTo>
                  <a:pt x="0" y="0"/>
                </a:moveTo>
                <a:lnTo>
                  <a:pt x="3303043" y="0"/>
                </a:lnTo>
                <a:lnTo>
                  <a:pt x="3303043" y="5191424"/>
                </a:lnTo>
                <a:lnTo>
                  <a:pt x="0" y="519142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rot="652981">
            <a:off x="39543" y="7097345"/>
            <a:ext cx="4486286" cy="3532950"/>
          </a:xfrm>
          <a:custGeom>
            <a:avLst/>
            <a:gdLst/>
            <a:ahLst/>
            <a:cxnLst/>
            <a:rect l="l" t="t" r="r" b="b"/>
            <a:pathLst>
              <a:path w="4486286" h="3532950">
                <a:moveTo>
                  <a:pt x="0" y="0"/>
                </a:moveTo>
                <a:lnTo>
                  <a:pt x="4486286" y="0"/>
                </a:lnTo>
                <a:lnTo>
                  <a:pt x="4486286" y="3532950"/>
                </a:lnTo>
                <a:lnTo>
                  <a:pt x="0" y="3532950"/>
                </a:lnTo>
                <a:lnTo>
                  <a:pt x="0" y="0"/>
                </a:lnTo>
                <a:close/>
              </a:path>
            </a:pathLst>
          </a:custGeom>
          <a:blipFill>
            <a:blip r:embed="rId9"/>
            <a:stretch>
              <a:fillRect/>
            </a:stretch>
          </a:blipFill>
        </p:spPr>
      </p:sp>
      <p:sp>
        <p:nvSpPr>
          <p:cNvPr id="10" name="Freeform 10"/>
          <p:cNvSpPr/>
          <p:nvPr/>
        </p:nvSpPr>
        <p:spPr>
          <a:xfrm>
            <a:off x="14600817" y="6772275"/>
            <a:ext cx="2367241" cy="2160107"/>
          </a:xfrm>
          <a:custGeom>
            <a:avLst/>
            <a:gdLst/>
            <a:ahLst/>
            <a:cxnLst/>
            <a:rect l="l" t="t" r="r" b="b"/>
            <a:pathLst>
              <a:path w="2367241" h="2160107">
                <a:moveTo>
                  <a:pt x="0" y="0"/>
                </a:moveTo>
                <a:lnTo>
                  <a:pt x="2367241" y="0"/>
                </a:lnTo>
                <a:lnTo>
                  <a:pt x="2367241" y="2160107"/>
                </a:lnTo>
                <a:lnTo>
                  <a:pt x="0" y="2160107"/>
                </a:lnTo>
                <a:lnTo>
                  <a:pt x="0" y="0"/>
                </a:lnTo>
                <a:close/>
              </a:path>
            </a:pathLst>
          </a:custGeom>
          <a:blipFill>
            <a:blip r:embed="rId10"/>
            <a:stretch>
              <a:fillRect/>
            </a:stretch>
          </a:blipFill>
        </p:spPr>
      </p:sp>
      <p:sp>
        <p:nvSpPr>
          <p:cNvPr id="11" name="TextBox 11"/>
          <p:cNvSpPr txBox="1"/>
          <p:nvPr/>
        </p:nvSpPr>
        <p:spPr>
          <a:xfrm>
            <a:off x="3591842" y="3495675"/>
            <a:ext cx="11104317" cy="2676525"/>
          </a:xfrm>
          <a:prstGeom prst="rect">
            <a:avLst/>
          </a:prstGeom>
        </p:spPr>
        <p:txBody>
          <a:bodyPr lIns="0" tIns="0" rIns="0" bIns="0" rtlCol="0" anchor="t">
            <a:spAutoFit/>
          </a:bodyPr>
          <a:lstStyle/>
          <a:p>
            <a:pPr algn="just">
              <a:lnSpc>
                <a:spcPts val="4200"/>
              </a:lnSpc>
            </a:pPr>
            <a:r>
              <a:rPr lang="en-US" sz="3000">
                <a:solidFill>
                  <a:srgbClr val="2B5796"/>
                </a:solidFill>
                <a:latin typeface="Poppins"/>
                <a:ea typeface="Poppins"/>
                <a:cs typeface="Poppins"/>
                <a:sym typeface="Poppins"/>
              </a:rPr>
              <a:t>In this project, We built a student management system with a doubly linked list that allows adding, deleting, updating scores, displaying by year, and sorting by GPA. It’s efficient, easy to use, and reliable for managing student data.</a:t>
            </a:r>
          </a:p>
        </p:txBody>
      </p:sp>
      <p:sp>
        <p:nvSpPr>
          <p:cNvPr id="12" name="TextBox 12"/>
          <p:cNvSpPr txBox="1"/>
          <p:nvPr/>
        </p:nvSpPr>
        <p:spPr>
          <a:xfrm>
            <a:off x="5213058" y="1799415"/>
            <a:ext cx="7640663" cy="793750"/>
          </a:xfrm>
          <a:prstGeom prst="rect">
            <a:avLst/>
          </a:prstGeom>
        </p:spPr>
        <p:txBody>
          <a:bodyPr lIns="0" tIns="0" rIns="0" bIns="0" rtlCol="0" anchor="t">
            <a:spAutoFit/>
          </a:bodyPr>
          <a:lstStyle/>
          <a:p>
            <a:pPr algn="ctr">
              <a:lnSpc>
                <a:spcPts val="5599"/>
              </a:lnSpc>
            </a:pPr>
            <a:r>
              <a:rPr lang="en-US" sz="6999" b="1">
                <a:solidFill>
                  <a:srgbClr val="2B5796"/>
                </a:solidFill>
                <a:latin typeface="Fira Sans Heavy"/>
                <a:ea typeface="Fira Sans Heavy"/>
                <a:cs typeface="Fira Sans Heavy"/>
                <a:sym typeface="Fira Sans Heavy"/>
              </a:rPr>
              <a:t>CONCLUSION</a:t>
            </a: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3175321">
            <a:off x="-1272731" y="516033"/>
            <a:ext cx="5189120" cy="2594560"/>
          </a:xfrm>
          <a:custGeom>
            <a:avLst/>
            <a:gdLst/>
            <a:ahLst/>
            <a:cxnLst/>
            <a:rect l="l" t="t" r="r" b="b"/>
            <a:pathLst>
              <a:path w="5189120" h="2594560">
                <a:moveTo>
                  <a:pt x="0" y="0"/>
                </a:moveTo>
                <a:lnTo>
                  <a:pt x="5189120" y="0"/>
                </a:lnTo>
                <a:lnTo>
                  <a:pt x="5189120" y="2594561"/>
                </a:lnTo>
                <a:lnTo>
                  <a:pt x="0" y="25945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4492722" y="6373736"/>
            <a:ext cx="5196430" cy="5196430"/>
          </a:xfrm>
          <a:custGeom>
            <a:avLst/>
            <a:gdLst/>
            <a:ahLst/>
            <a:cxnLst/>
            <a:rect l="l" t="t" r="r" b="b"/>
            <a:pathLst>
              <a:path w="5196430" h="5196430">
                <a:moveTo>
                  <a:pt x="0" y="0"/>
                </a:moveTo>
                <a:lnTo>
                  <a:pt x="5196430" y="0"/>
                </a:lnTo>
                <a:lnTo>
                  <a:pt x="5196430" y="5196430"/>
                </a:lnTo>
                <a:lnTo>
                  <a:pt x="0" y="51964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746547" y="6211638"/>
            <a:ext cx="2557442" cy="4019556"/>
          </a:xfrm>
          <a:custGeom>
            <a:avLst/>
            <a:gdLst/>
            <a:ahLst/>
            <a:cxnLst/>
            <a:rect l="l" t="t" r="r" b="b"/>
            <a:pathLst>
              <a:path w="2557442" h="4019556">
                <a:moveTo>
                  <a:pt x="0" y="0"/>
                </a:moveTo>
                <a:lnTo>
                  <a:pt x="2557442" y="0"/>
                </a:lnTo>
                <a:lnTo>
                  <a:pt x="2557442" y="4019556"/>
                </a:lnTo>
                <a:lnTo>
                  <a:pt x="0" y="401955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5400000">
            <a:off x="15588948" y="339438"/>
            <a:ext cx="1283303" cy="2057400"/>
          </a:xfrm>
          <a:custGeom>
            <a:avLst/>
            <a:gdLst/>
            <a:ahLst/>
            <a:cxnLst/>
            <a:rect l="l" t="t" r="r" b="b"/>
            <a:pathLst>
              <a:path w="1283303" h="2057400">
                <a:moveTo>
                  <a:pt x="0" y="0"/>
                </a:moveTo>
                <a:lnTo>
                  <a:pt x="1283304" y="0"/>
                </a:lnTo>
                <a:lnTo>
                  <a:pt x="1283304"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14235305" y="5414650"/>
            <a:ext cx="3578421" cy="4324376"/>
          </a:xfrm>
          <a:custGeom>
            <a:avLst/>
            <a:gdLst/>
            <a:ahLst/>
            <a:cxnLst/>
            <a:rect l="l" t="t" r="r" b="b"/>
            <a:pathLst>
              <a:path w="3578421" h="4324376">
                <a:moveTo>
                  <a:pt x="0" y="0"/>
                </a:moveTo>
                <a:lnTo>
                  <a:pt x="3578421" y="0"/>
                </a:lnTo>
                <a:lnTo>
                  <a:pt x="3578421" y="4324376"/>
                </a:lnTo>
                <a:lnTo>
                  <a:pt x="0" y="4324376"/>
                </a:lnTo>
                <a:lnTo>
                  <a:pt x="0" y="0"/>
                </a:lnTo>
                <a:close/>
              </a:path>
            </a:pathLst>
          </a:custGeom>
          <a:blipFill>
            <a:blip r:embed="rId11"/>
            <a:stretch>
              <a:fillRect/>
            </a:stretch>
          </a:blipFill>
        </p:spPr>
      </p:sp>
      <p:sp>
        <p:nvSpPr>
          <p:cNvPr id="8" name="Freeform 8"/>
          <p:cNvSpPr/>
          <p:nvPr/>
        </p:nvSpPr>
        <p:spPr>
          <a:xfrm rot="-601543" flipH="1">
            <a:off x="1188333" y="1252192"/>
            <a:ext cx="3956349" cy="2180938"/>
          </a:xfrm>
          <a:custGeom>
            <a:avLst/>
            <a:gdLst/>
            <a:ahLst/>
            <a:cxnLst/>
            <a:rect l="l" t="t" r="r" b="b"/>
            <a:pathLst>
              <a:path w="3956349" h="2180938">
                <a:moveTo>
                  <a:pt x="3956349" y="0"/>
                </a:moveTo>
                <a:lnTo>
                  <a:pt x="0" y="0"/>
                </a:lnTo>
                <a:lnTo>
                  <a:pt x="0" y="2180937"/>
                </a:lnTo>
                <a:lnTo>
                  <a:pt x="3956349" y="2180937"/>
                </a:lnTo>
                <a:lnTo>
                  <a:pt x="3956349" y="0"/>
                </a:lnTo>
                <a:close/>
              </a:path>
            </a:pathLst>
          </a:custGeom>
          <a:blipFill>
            <a:blip r:embed="rId12"/>
            <a:stretch>
              <a:fillRect/>
            </a:stretch>
          </a:blipFill>
        </p:spPr>
      </p:sp>
      <p:grpSp>
        <p:nvGrpSpPr>
          <p:cNvPr id="9" name="Group 9"/>
          <p:cNvGrpSpPr/>
          <p:nvPr/>
        </p:nvGrpSpPr>
        <p:grpSpPr>
          <a:xfrm>
            <a:off x="4505349" y="7414740"/>
            <a:ext cx="9277301" cy="954613"/>
            <a:chOff x="0" y="0"/>
            <a:chExt cx="2443404" cy="251421"/>
          </a:xfrm>
        </p:grpSpPr>
        <p:sp>
          <p:nvSpPr>
            <p:cNvPr id="10" name="Freeform 10"/>
            <p:cNvSpPr/>
            <p:nvPr/>
          </p:nvSpPr>
          <p:spPr>
            <a:xfrm>
              <a:off x="0" y="0"/>
              <a:ext cx="2443404" cy="251421"/>
            </a:xfrm>
            <a:custGeom>
              <a:avLst/>
              <a:gdLst/>
              <a:ahLst/>
              <a:cxnLst/>
              <a:rect l="l" t="t" r="r" b="b"/>
              <a:pathLst>
                <a:path w="2443404" h="251421">
                  <a:moveTo>
                    <a:pt x="0" y="0"/>
                  </a:moveTo>
                  <a:lnTo>
                    <a:pt x="2443404" y="0"/>
                  </a:lnTo>
                  <a:lnTo>
                    <a:pt x="2443404" y="251421"/>
                  </a:lnTo>
                  <a:lnTo>
                    <a:pt x="0" y="251421"/>
                  </a:lnTo>
                  <a:close/>
                </a:path>
              </a:pathLst>
            </a:custGeom>
            <a:solidFill>
              <a:srgbClr val="000000">
                <a:alpha val="0"/>
              </a:srgbClr>
            </a:solidFill>
            <a:ln w="19050" cap="sq">
              <a:solidFill>
                <a:srgbClr val="2B5796"/>
              </a:solidFill>
              <a:prstDash val="solid"/>
              <a:miter/>
            </a:ln>
          </p:spPr>
        </p:sp>
        <p:sp>
          <p:nvSpPr>
            <p:cNvPr id="11" name="TextBox 11"/>
            <p:cNvSpPr txBox="1"/>
            <p:nvPr/>
          </p:nvSpPr>
          <p:spPr>
            <a:xfrm>
              <a:off x="0" y="28575"/>
              <a:ext cx="2443404" cy="222846"/>
            </a:xfrm>
            <a:prstGeom prst="rect">
              <a:avLst/>
            </a:prstGeom>
          </p:spPr>
          <p:txBody>
            <a:bodyPr lIns="50800" tIns="50800" rIns="50800" bIns="50800" rtlCol="0" anchor="ctr"/>
            <a:lstStyle/>
            <a:p>
              <a:pPr algn="ctr">
                <a:lnSpc>
                  <a:spcPts val="2482"/>
                </a:lnSpc>
              </a:pPr>
              <a:endParaRPr/>
            </a:p>
          </p:txBody>
        </p:sp>
      </p:grpSp>
      <p:sp>
        <p:nvSpPr>
          <p:cNvPr id="12" name="TextBox 12"/>
          <p:cNvSpPr txBox="1"/>
          <p:nvPr/>
        </p:nvSpPr>
        <p:spPr>
          <a:xfrm>
            <a:off x="3400021" y="3464023"/>
            <a:ext cx="11487959" cy="3548508"/>
          </a:xfrm>
          <a:prstGeom prst="rect">
            <a:avLst/>
          </a:prstGeom>
        </p:spPr>
        <p:txBody>
          <a:bodyPr lIns="0" tIns="0" rIns="0" bIns="0" rtlCol="0" anchor="t">
            <a:spAutoFit/>
          </a:bodyPr>
          <a:lstStyle/>
          <a:p>
            <a:pPr algn="ctr">
              <a:lnSpc>
                <a:spcPts val="13132"/>
              </a:lnSpc>
            </a:pPr>
            <a:r>
              <a:rPr lang="en-US" sz="16415" b="1">
                <a:solidFill>
                  <a:srgbClr val="2B5796"/>
                </a:solidFill>
                <a:latin typeface="Fira Sans Heavy"/>
                <a:ea typeface="Fira Sans Heavy"/>
                <a:cs typeface="Fira Sans Heavy"/>
                <a:sym typeface="Fira Sans Heavy"/>
              </a:rPr>
              <a:t>THANK</a:t>
            </a:r>
          </a:p>
          <a:p>
            <a:pPr algn="ctr">
              <a:lnSpc>
                <a:spcPts val="13132"/>
              </a:lnSpc>
            </a:pPr>
            <a:r>
              <a:rPr lang="en-US" sz="16415" b="1">
                <a:solidFill>
                  <a:srgbClr val="2B5796"/>
                </a:solidFill>
                <a:latin typeface="Fira Sans Heavy"/>
                <a:ea typeface="Fira Sans Heavy"/>
                <a:cs typeface="Fira Sans Heavy"/>
                <a:sym typeface="Fira Sans Heavy"/>
              </a:rPr>
              <a:t>YOU</a:t>
            </a:r>
          </a:p>
        </p:txBody>
      </p:sp>
      <p:sp>
        <p:nvSpPr>
          <p:cNvPr id="13" name="TextBox 13"/>
          <p:cNvSpPr txBox="1"/>
          <p:nvPr/>
        </p:nvSpPr>
        <p:spPr>
          <a:xfrm>
            <a:off x="5533904" y="7731925"/>
            <a:ext cx="7220192" cy="348817"/>
          </a:xfrm>
          <a:prstGeom prst="rect">
            <a:avLst/>
          </a:prstGeom>
        </p:spPr>
        <p:txBody>
          <a:bodyPr lIns="0" tIns="0" rIns="0" bIns="0" rtlCol="0" anchor="t">
            <a:spAutoFit/>
          </a:bodyPr>
          <a:lstStyle/>
          <a:p>
            <a:pPr algn="ctr">
              <a:lnSpc>
                <a:spcPts val="2482"/>
              </a:lnSpc>
            </a:pPr>
            <a:r>
              <a:rPr lang="en-US" sz="2482" spc="496">
                <a:solidFill>
                  <a:srgbClr val="2B5796"/>
                </a:solidFill>
                <a:latin typeface="Poppins"/>
                <a:ea typeface="Poppins"/>
                <a:cs typeface="Poppins"/>
                <a:sym typeface="Poppins"/>
              </a:rPr>
              <a:t>FOR YOUR ATTENTION</a:t>
            </a:r>
          </a:p>
        </p:txBody>
      </p:sp>
    </p:spTree>
  </p:cSld>
  <p:clrMapOvr>
    <a:masterClrMapping/>
  </p:clrMapOvr>
  <p:transition>
    <p:rand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TotalTime>
  <Words>232</Words>
  <Application>Microsoft Office PowerPoint</Application>
  <PresentationFormat>Custom</PresentationFormat>
  <Paragraphs>46</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Fira Sans Heavy</vt:lpstr>
      <vt:lpstr>Calibri</vt:lpstr>
      <vt:lpstr>Poppins Heavy</vt:lpstr>
      <vt:lpstr>Poppins</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3D Gradient Thesis Defense Presentation</dc:title>
  <dc:creator>ASUS_PC</dc:creator>
  <cp:lastModifiedBy>Chhay Lyveng</cp:lastModifiedBy>
  <cp:revision>7</cp:revision>
  <dcterms:created xsi:type="dcterms:W3CDTF">2006-08-16T00:00:00Z</dcterms:created>
  <dcterms:modified xsi:type="dcterms:W3CDTF">2025-06-11T19:55:12Z</dcterms:modified>
  <dc:identifier>DAGpxBb__Jg</dc:identifier>
</cp:coreProperties>
</file>